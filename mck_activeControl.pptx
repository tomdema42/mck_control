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0" r:id="rId7"/>
    <p:sldId id="262" r:id="rId8"/>
    <p:sldId id="261" r:id="rId9"/>
    <p:sldId id="270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C68B2-989B-4460-8F7A-59D117926401}" v="401" dt="2026-01-15T21:31:06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maso De Maria" userId="a1aff584-9d9f-4d83-9abb-8da82ee4de2e" providerId="ADAL" clId="{A0BF42A4-B355-42D4-AEF7-64A16C882F43}"/>
    <pc:docChg chg="undo custSel addSld delSld modSld sldOrd">
      <pc:chgData name="Tommaso De Maria" userId="a1aff584-9d9f-4d83-9abb-8da82ee4de2e" providerId="ADAL" clId="{A0BF42A4-B355-42D4-AEF7-64A16C882F43}" dt="2026-01-16T13:30:33.473" v="3001" actId="20577"/>
      <pc:docMkLst>
        <pc:docMk/>
      </pc:docMkLst>
      <pc:sldChg chg="addSp delSp modSp new mod modClrScheme chgLayout">
        <pc:chgData name="Tommaso De Maria" userId="a1aff584-9d9f-4d83-9abb-8da82ee4de2e" providerId="ADAL" clId="{A0BF42A4-B355-42D4-AEF7-64A16C882F43}" dt="2026-01-16T08:02:07.549" v="2611" actId="207"/>
        <pc:sldMkLst>
          <pc:docMk/>
          <pc:sldMk cId="3935394496" sldId="256"/>
        </pc:sldMkLst>
        <pc:spChg chg="mod ord">
          <ac:chgData name="Tommaso De Maria" userId="a1aff584-9d9f-4d83-9abb-8da82ee4de2e" providerId="ADAL" clId="{A0BF42A4-B355-42D4-AEF7-64A16C882F43}" dt="2026-01-16T08:02:07.549" v="2611" actId="207"/>
          <ac:spMkLst>
            <pc:docMk/>
            <pc:sldMk cId="3935394496" sldId="256"/>
            <ac:spMk id="2" creationId="{5D4FD8D0-69F7-CBFF-10AB-C921B5A53A8E}"/>
          </ac:spMkLst>
        </pc:spChg>
        <pc:spChg chg="del mod ord">
          <ac:chgData name="Tommaso De Maria" userId="a1aff584-9d9f-4d83-9abb-8da82ee4de2e" providerId="ADAL" clId="{A0BF42A4-B355-42D4-AEF7-64A16C882F43}" dt="2026-01-15T15:51:37.259" v="7" actId="700"/>
          <ac:spMkLst>
            <pc:docMk/>
            <pc:sldMk cId="3935394496" sldId="256"/>
            <ac:spMk id="3" creationId="{4C696D93-BFD0-2987-7AEC-B860CC1965C1}"/>
          </ac:spMkLst>
        </pc:spChg>
        <pc:spChg chg="add del mod ord">
          <ac:chgData name="Tommaso De Maria" userId="a1aff584-9d9f-4d83-9abb-8da82ee4de2e" providerId="ADAL" clId="{A0BF42A4-B355-42D4-AEF7-64A16C882F43}" dt="2026-01-15T15:51:45.773" v="28" actId="478"/>
          <ac:spMkLst>
            <pc:docMk/>
            <pc:sldMk cId="3935394496" sldId="256"/>
            <ac:spMk id="4" creationId="{3F963C81-E8FB-FCCE-0260-995A121DCA75}"/>
          </ac:spMkLst>
        </pc:spChg>
        <pc:spChg chg="mod">
          <ac:chgData name="Tommaso De Maria" userId="a1aff584-9d9f-4d83-9abb-8da82ee4de2e" providerId="ADAL" clId="{A0BF42A4-B355-42D4-AEF7-64A16C882F43}" dt="2026-01-15T19:59:20.644" v="479" actId="20577"/>
          <ac:spMkLst>
            <pc:docMk/>
            <pc:sldMk cId="3935394496" sldId="256"/>
            <ac:spMk id="5" creationId="{A9FA9C1C-8125-523D-C266-7491C8BD49E1}"/>
          </ac:spMkLst>
        </pc:spChg>
        <pc:spChg chg="mod">
          <ac:chgData name="Tommaso De Maria" userId="a1aff584-9d9f-4d83-9abb-8da82ee4de2e" providerId="ADAL" clId="{A0BF42A4-B355-42D4-AEF7-64A16C882F43}" dt="2026-01-15T19:59:20.644" v="479" actId="20577"/>
          <ac:spMkLst>
            <pc:docMk/>
            <pc:sldMk cId="3935394496" sldId="256"/>
            <ac:spMk id="9" creationId="{9BE9A64A-0B63-621D-466E-98760EA17D51}"/>
          </ac:spMkLst>
        </pc:spChg>
        <pc:spChg chg="mod">
          <ac:chgData name="Tommaso De Maria" userId="a1aff584-9d9f-4d83-9abb-8da82ee4de2e" providerId="ADAL" clId="{A0BF42A4-B355-42D4-AEF7-64A16C882F43}" dt="2026-01-15T19:59:20.644" v="479" actId="20577"/>
          <ac:spMkLst>
            <pc:docMk/>
            <pc:sldMk cId="3935394496" sldId="256"/>
            <ac:spMk id="10" creationId="{D582C005-4740-756C-B5A6-4675E25AB55C}"/>
          </ac:spMkLst>
        </pc:spChg>
        <pc:spChg chg="mod">
          <ac:chgData name="Tommaso De Maria" userId="a1aff584-9d9f-4d83-9abb-8da82ee4de2e" providerId="ADAL" clId="{A0BF42A4-B355-42D4-AEF7-64A16C882F43}" dt="2026-01-15T19:59:20.644" v="479" actId="20577"/>
          <ac:spMkLst>
            <pc:docMk/>
            <pc:sldMk cId="3935394496" sldId="256"/>
            <ac:spMk id="11" creationId="{EF7BD81D-1B52-D28F-FB26-8A17E3DF400E}"/>
          </ac:spMkLst>
        </pc:spChg>
        <pc:spChg chg="mod">
          <ac:chgData name="Tommaso De Maria" userId="a1aff584-9d9f-4d83-9abb-8da82ee4de2e" providerId="ADAL" clId="{A0BF42A4-B355-42D4-AEF7-64A16C882F43}" dt="2026-01-15T19:59:20.644" v="479" actId="20577"/>
          <ac:spMkLst>
            <pc:docMk/>
            <pc:sldMk cId="3935394496" sldId="256"/>
            <ac:spMk id="12" creationId="{7A0512AD-5EF6-0501-70D2-D6407D5A4E90}"/>
          </ac:spMkLst>
        </pc:spChg>
        <pc:spChg chg="mod">
          <ac:chgData name="Tommaso De Maria" userId="a1aff584-9d9f-4d83-9abb-8da82ee4de2e" providerId="ADAL" clId="{A0BF42A4-B355-42D4-AEF7-64A16C882F43}" dt="2026-01-15T19:59:20.644" v="479" actId="20577"/>
          <ac:spMkLst>
            <pc:docMk/>
            <pc:sldMk cId="3935394496" sldId="256"/>
            <ac:spMk id="13" creationId="{ECB1D8A9-2DE8-A6F3-CD21-E15E7F3C3388}"/>
          </ac:spMkLst>
        </pc:spChg>
        <pc:spChg chg="mod">
          <ac:chgData name="Tommaso De Maria" userId="a1aff584-9d9f-4d83-9abb-8da82ee4de2e" providerId="ADAL" clId="{A0BF42A4-B355-42D4-AEF7-64A16C882F43}" dt="2026-01-15T19:59:20.644" v="479" actId="20577"/>
          <ac:spMkLst>
            <pc:docMk/>
            <pc:sldMk cId="3935394496" sldId="256"/>
            <ac:spMk id="14" creationId="{12758E70-88AF-F25D-78AC-B36E1B35542E}"/>
          </ac:spMkLst>
        </pc:spChg>
        <pc:spChg chg="mod">
          <ac:chgData name="Tommaso De Maria" userId="a1aff584-9d9f-4d83-9abb-8da82ee4de2e" providerId="ADAL" clId="{A0BF42A4-B355-42D4-AEF7-64A16C882F43}" dt="2026-01-15T19:46:52.096" v="364"/>
          <ac:spMkLst>
            <pc:docMk/>
            <pc:sldMk cId="3935394496" sldId="256"/>
            <ac:spMk id="15" creationId="{65D9CF79-12C4-D0B0-4E9A-6479D1CA665E}"/>
          </ac:spMkLst>
        </pc:spChg>
        <pc:spChg chg="mod">
          <ac:chgData name="Tommaso De Maria" userId="a1aff584-9d9f-4d83-9abb-8da82ee4de2e" providerId="ADAL" clId="{A0BF42A4-B355-42D4-AEF7-64A16C882F43}" dt="2026-01-15T19:59:20.644" v="479" actId="20577"/>
          <ac:spMkLst>
            <pc:docMk/>
            <pc:sldMk cId="3935394496" sldId="256"/>
            <ac:spMk id="25" creationId="{EC6DB64C-4CB7-DE26-0418-772AB8729A7B}"/>
          </ac:spMkLst>
        </pc:spChg>
        <pc:spChg chg="mod">
          <ac:chgData name="Tommaso De Maria" userId="a1aff584-9d9f-4d83-9abb-8da82ee4de2e" providerId="ADAL" clId="{A0BF42A4-B355-42D4-AEF7-64A16C882F43}" dt="2026-01-15T19:59:20.644" v="479" actId="20577"/>
          <ac:spMkLst>
            <pc:docMk/>
            <pc:sldMk cId="3935394496" sldId="256"/>
            <ac:spMk id="26" creationId="{1529C1A1-BD10-C5A2-5381-01285488C51C}"/>
          </ac:spMkLst>
        </pc:spChg>
        <pc:spChg chg="add mod">
          <ac:chgData name="Tommaso De Maria" userId="a1aff584-9d9f-4d83-9abb-8da82ee4de2e" providerId="ADAL" clId="{A0BF42A4-B355-42D4-AEF7-64A16C882F43}" dt="2026-01-15T19:59:21.782" v="483" actId="20577"/>
          <ac:spMkLst>
            <pc:docMk/>
            <pc:sldMk cId="3935394496" sldId="256"/>
            <ac:spMk id="82" creationId="{C9F92DB6-D043-9673-6E87-E1E627972551}"/>
          </ac:spMkLst>
        </pc:spChg>
        <pc:grpChg chg="mod">
          <ac:chgData name="Tommaso De Maria" userId="a1aff584-9d9f-4d83-9abb-8da82ee4de2e" providerId="ADAL" clId="{A0BF42A4-B355-42D4-AEF7-64A16C882F43}" dt="2026-01-15T19:48:54.562" v="415" actId="164"/>
          <ac:grpSpMkLst>
            <pc:docMk/>
            <pc:sldMk cId="3935394496" sldId="256"/>
            <ac:grpSpMk id="3" creationId="{332E4436-77B3-F833-56F6-C207A8D567CC}"/>
          </ac:grpSpMkLst>
        </pc:grpChg>
        <pc:grpChg chg="add mod">
          <ac:chgData name="Tommaso De Maria" userId="a1aff584-9d9f-4d83-9abb-8da82ee4de2e" providerId="ADAL" clId="{A0BF42A4-B355-42D4-AEF7-64A16C882F43}" dt="2026-01-15T19:48:54.562" v="415" actId="164"/>
          <ac:grpSpMkLst>
            <pc:docMk/>
            <pc:sldMk cId="3935394496" sldId="256"/>
            <ac:grpSpMk id="83" creationId="{82534A54-8C2E-4764-AA3B-1FF0F6281ACB}"/>
          </ac:grpSpMkLst>
        </pc:grpChg>
        <pc:grpChg chg="add mod">
          <ac:chgData name="Tommaso De Maria" userId="a1aff584-9d9f-4d83-9abb-8da82ee4de2e" providerId="ADAL" clId="{A0BF42A4-B355-42D4-AEF7-64A16C882F43}" dt="2026-01-15T19:53:02.923" v="421" actId="1076"/>
          <ac:grpSpMkLst>
            <pc:docMk/>
            <pc:sldMk cId="3935394496" sldId="256"/>
            <ac:grpSpMk id="90" creationId="{510B8DE4-10FE-6543-F386-CE48D36127C1}"/>
          </ac:grpSpMkLst>
        </pc:grpChg>
        <pc:picChg chg="add del mod">
          <ac:chgData name="Tommaso De Maria" userId="a1aff584-9d9f-4d83-9abb-8da82ee4de2e" providerId="ADAL" clId="{A0BF42A4-B355-42D4-AEF7-64A16C882F43}" dt="2026-01-15T15:53:03.992" v="38" actId="21"/>
          <ac:picMkLst>
            <pc:docMk/>
            <pc:sldMk cId="3935394496" sldId="256"/>
            <ac:picMk id="6" creationId="{E80E7DD1-E296-11B7-272C-ACDCE1E68C85}"/>
          </ac:picMkLst>
        </pc:picChg>
        <pc:picChg chg="add mod">
          <ac:chgData name="Tommaso De Maria" userId="a1aff584-9d9f-4d83-9abb-8da82ee4de2e" providerId="ADAL" clId="{A0BF42A4-B355-42D4-AEF7-64A16C882F43}" dt="2026-01-15T20:23:54.044" v="1709" actId="1076"/>
          <ac:picMkLst>
            <pc:docMk/>
            <pc:sldMk cId="3935394496" sldId="256"/>
            <ac:picMk id="92" creationId="{0D0BB5C7-122A-2876-E5E9-7CA9604A991E}"/>
          </ac:picMkLst>
        </pc:picChg>
        <pc:picChg chg="add del mod">
          <ac:chgData name="Tommaso De Maria" userId="a1aff584-9d9f-4d83-9abb-8da82ee4de2e" providerId="ADAL" clId="{A0BF42A4-B355-42D4-AEF7-64A16C882F43}" dt="2026-01-15T20:24:02.176" v="1714" actId="21"/>
          <ac:picMkLst>
            <pc:docMk/>
            <pc:sldMk cId="3935394496" sldId="256"/>
            <ac:picMk id="96" creationId="{A42C2D85-03CB-561B-7399-61273A8EB064}"/>
          </ac:picMkLst>
        </pc:picChg>
        <pc:cxnChg chg="mod">
          <ac:chgData name="Tommaso De Maria" userId="a1aff584-9d9f-4d83-9abb-8da82ee4de2e" providerId="ADAL" clId="{A0BF42A4-B355-42D4-AEF7-64A16C882F43}" dt="2026-01-15T19:48:38.967" v="410" actId="1035"/>
          <ac:cxnSpMkLst>
            <pc:docMk/>
            <pc:sldMk cId="3935394496" sldId="256"/>
            <ac:cxnSpMk id="73" creationId="{0E37B062-AF3F-7EF4-E393-896D57BDFCE1}"/>
          </ac:cxnSpMkLst>
        </pc:cxnChg>
        <pc:cxnChg chg="mod">
          <ac:chgData name="Tommaso De Maria" userId="a1aff584-9d9f-4d83-9abb-8da82ee4de2e" providerId="ADAL" clId="{A0BF42A4-B355-42D4-AEF7-64A16C882F43}" dt="2026-01-15T19:48:38.967" v="410" actId="1035"/>
          <ac:cxnSpMkLst>
            <pc:docMk/>
            <pc:sldMk cId="3935394496" sldId="256"/>
            <ac:cxnSpMk id="74" creationId="{4E3AC332-1ABA-DE68-EFBD-F3DC91D7E49A}"/>
          </ac:cxnSpMkLst>
        </pc:cxnChg>
        <pc:cxnChg chg="mod">
          <ac:chgData name="Tommaso De Maria" userId="a1aff584-9d9f-4d83-9abb-8da82ee4de2e" providerId="ADAL" clId="{A0BF42A4-B355-42D4-AEF7-64A16C882F43}" dt="2026-01-15T19:48:38.967" v="410" actId="1035"/>
          <ac:cxnSpMkLst>
            <pc:docMk/>
            <pc:sldMk cId="3935394496" sldId="256"/>
            <ac:cxnSpMk id="75" creationId="{D1E51CE2-E94A-A6BB-459D-CC06A5BEB4AC}"/>
          </ac:cxnSpMkLst>
        </pc:cxnChg>
        <pc:cxnChg chg="mod">
          <ac:chgData name="Tommaso De Maria" userId="a1aff584-9d9f-4d83-9abb-8da82ee4de2e" providerId="ADAL" clId="{A0BF42A4-B355-42D4-AEF7-64A16C882F43}" dt="2026-01-15T19:48:38.967" v="410" actId="1035"/>
          <ac:cxnSpMkLst>
            <pc:docMk/>
            <pc:sldMk cId="3935394496" sldId="256"/>
            <ac:cxnSpMk id="76" creationId="{21C473F6-2773-9D11-6D27-3DE49FA2A646}"/>
          </ac:cxnSpMkLst>
        </pc:cxnChg>
        <pc:cxnChg chg="mod">
          <ac:chgData name="Tommaso De Maria" userId="a1aff584-9d9f-4d83-9abb-8da82ee4de2e" providerId="ADAL" clId="{A0BF42A4-B355-42D4-AEF7-64A16C882F43}" dt="2026-01-15T19:48:38.967" v="410" actId="1035"/>
          <ac:cxnSpMkLst>
            <pc:docMk/>
            <pc:sldMk cId="3935394496" sldId="256"/>
            <ac:cxnSpMk id="77" creationId="{65C13F07-AC68-4671-AA61-4A1F44707F1C}"/>
          </ac:cxnSpMkLst>
        </pc:cxnChg>
        <pc:cxnChg chg="mod">
          <ac:chgData name="Tommaso De Maria" userId="a1aff584-9d9f-4d83-9abb-8da82ee4de2e" providerId="ADAL" clId="{A0BF42A4-B355-42D4-AEF7-64A16C882F43}" dt="2026-01-15T19:48:38.967" v="410" actId="1035"/>
          <ac:cxnSpMkLst>
            <pc:docMk/>
            <pc:sldMk cId="3935394496" sldId="256"/>
            <ac:cxnSpMk id="78" creationId="{C019DDAE-4B0E-1DDC-1727-03A466A29C87}"/>
          </ac:cxnSpMkLst>
        </pc:cxnChg>
        <pc:cxnChg chg="mod">
          <ac:chgData name="Tommaso De Maria" userId="a1aff584-9d9f-4d83-9abb-8da82ee4de2e" providerId="ADAL" clId="{A0BF42A4-B355-42D4-AEF7-64A16C882F43}" dt="2026-01-15T19:48:38.967" v="410" actId="1035"/>
          <ac:cxnSpMkLst>
            <pc:docMk/>
            <pc:sldMk cId="3935394496" sldId="256"/>
            <ac:cxnSpMk id="79" creationId="{EBB80AE1-EE43-83C1-E882-C9A66CE84F5B}"/>
          </ac:cxnSpMkLst>
        </pc:cxnChg>
        <pc:cxnChg chg="mod">
          <ac:chgData name="Tommaso De Maria" userId="a1aff584-9d9f-4d83-9abb-8da82ee4de2e" providerId="ADAL" clId="{A0BF42A4-B355-42D4-AEF7-64A16C882F43}" dt="2026-01-15T19:48:38.967" v="410" actId="1035"/>
          <ac:cxnSpMkLst>
            <pc:docMk/>
            <pc:sldMk cId="3935394496" sldId="256"/>
            <ac:cxnSpMk id="80" creationId="{B150C61C-4451-4683-5DD2-DC2C9E9408C1}"/>
          </ac:cxnSpMkLst>
        </pc:cxnChg>
        <pc:cxnChg chg="mod">
          <ac:chgData name="Tommaso De Maria" userId="a1aff584-9d9f-4d83-9abb-8da82ee4de2e" providerId="ADAL" clId="{A0BF42A4-B355-42D4-AEF7-64A16C882F43}" dt="2026-01-15T19:48:09.260" v="397" actId="208"/>
          <ac:cxnSpMkLst>
            <pc:docMk/>
            <pc:sldMk cId="3935394496" sldId="256"/>
            <ac:cxnSpMk id="81" creationId="{80FC03D4-6CAD-3F0C-F1B7-06A05473379C}"/>
          </ac:cxnSpMkLst>
        </pc:cxnChg>
        <pc:cxnChg chg="mod">
          <ac:chgData name="Tommaso De Maria" userId="a1aff584-9d9f-4d83-9abb-8da82ee4de2e" providerId="ADAL" clId="{A0BF42A4-B355-42D4-AEF7-64A16C882F43}" dt="2026-01-15T19:48:17.631" v="398"/>
          <ac:cxnSpMkLst>
            <pc:docMk/>
            <pc:sldMk cId="3935394496" sldId="256"/>
            <ac:cxnSpMk id="84" creationId="{D05BDB7B-6D0F-3F96-35D8-0DFCB1E216CB}"/>
          </ac:cxnSpMkLst>
        </pc:cxnChg>
        <pc:cxnChg chg="mod">
          <ac:chgData name="Tommaso De Maria" userId="a1aff584-9d9f-4d83-9abb-8da82ee4de2e" providerId="ADAL" clId="{A0BF42A4-B355-42D4-AEF7-64A16C882F43}" dt="2026-01-15T19:48:17.631" v="398"/>
          <ac:cxnSpMkLst>
            <pc:docMk/>
            <pc:sldMk cId="3935394496" sldId="256"/>
            <ac:cxnSpMk id="85" creationId="{DDE343F4-CDBF-062E-A9BF-CC7E28ED5105}"/>
          </ac:cxnSpMkLst>
        </pc:cxnChg>
        <pc:cxnChg chg="mod">
          <ac:chgData name="Tommaso De Maria" userId="a1aff584-9d9f-4d83-9abb-8da82ee4de2e" providerId="ADAL" clId="{A0BF42A4-B355-42D4-AEF7-64A16C882F43}" dt="2026-01-15T19:48:17.631" v="398"/>
          <ac:cxnSpMkLst>
            <pc:docMk/>
            <pc:sldMk cId="3935394496" sldId="256"/>
            <ac:cxnSpMk id="86" creationId="{AC3C03D5-2159-D830-E470-5E1A2D5E1B59}"/>
          </ac:cxnSpMkLst>
        </pc:cxnChg>
        <pc:cxnChg chg="mod">
          <ac:chgData name="Tommaso De Maria" userId="a1aff584-9d9f-4d83-9abb-8da82ee4de2e" providerId="ADAL" clId="{A0BF42A4-B355-42D4-AEF7-64A16C882F43}" dt="2026-01-15T19:48:17.631" v="398"/>
          <ac:cxnSpMkLst>
            <pc:docMk/>
            <pc:sldMk cId="3935394496" sldId="256"/>
            <ac:cxnSpMk id="87" creationId="{221E3E6D-A32F-90E2-4F66-61F84252F5C6}"/>
          </ac:cxnSpMkLst>
        </pc:cxnChg>
        <pc:cxnChg chg="mod">
          <ac:chgData name="Tommaso De Maria" userId="a1aff584-9d9f-4d83-9abb-8da82ee4de2e" providerId="ADAL" clId="{A0BF42A4-B355-42D4-AEF7-64A16C882F43}" dt="2026-01-15T19:48:17.631" v="398"/>
          <ac:cxnSpMkLst>
            <pc:docMk/>
            <pc:sldMk cId="3935394496" sldId="256"/>
            <ac:cxnSpMk id="88" creationId="{619C9596-4116-EB10-1158-0BBB200BE57B}"/>
          </ac:cxnSpMkLst>
        </pc:cxnChg>
        <pc:cxnChg chg="mod">
          <ac:chgData name="Tommaso De Maria" userId="a1aff584-9d9f-4d83-9abb-8da82ee4de2e" providerId="ADAL" clId="{A0BF42A4-B355-42D4-AEF7-64A16C882F43}" dt="2026-01-15T19:48:17.631" v="398"/>
          <ac:cxnSpMkLst>
            <pc:docMk/>
            <pc:sldMk cId="3935394496" sldId="256"/>
            <ac:cxnSpMk id="89" creationId="{4D8B5987-6819-A32E-1953-6FEF4B4D469B}"/>
          </ac:cxnSpMkLst>
        </pc:cxnChg>
        <pc:cxnChg chg="add del mod">
          <ac:chgData name="Tommaso De Maria" userId="a1aff584-9d9f-4d83-9abb-8da82ee4de2e" providerId="ADAL" clId="{A0BF42A4-B355-42D4-AEF7-64A16C882F43}" dt="2026-01-15T19:55:30.652" v="434" actId="478"/>
          <ac:cxnSpMkLst>
            <pc:docMk/>
            <pc:sldMk cId="3935394496" sldId="256"/>
            <ac:cxnSpMk id="94" creationId="{7F3D08D4-6BC9-26F4-3D7E-F996550C38C4}"/>
          </ac:cxnSpMkLst>
        </pc:cxnChg>
        <pc:cxnChg chg="add del mod">
          <ac:chgData name="Tommaso De Maria" userId="a1aff584-9d9f-4d83-9abb-8da82ee4de2e" providerId="ADAL" clId="{A0BF42A4-B355-42D4-AEF7-64A16C882F43}" dt="2026-01-15T19:55:28.560" v="433" actId="478"/>
          <ac:cxnSpMkLst>
            <pc:docMk/>
            <pc:sldMk cId="3935394496" sldId="256"/>
            <ac:cxnSpMk id="95" creationId="{FBDABD2F-48CB-E884-3507-B137E0126523}"/>
          </ac:cxnSpMkLst>
        </pc:cxnChg>
      </pc:sldChg>
      <pc:sldChg chg="addSp delSp modSp new mod">
        <pc:chgData name="Tommaso De Maria" userId="a1aff584-9d9f-4d83-9abb-8da82ee4de2e" providerId="ADAL" clId="{A0BF42A4-B355-42D4-AEF7-64A16C882F43}" dt="2026-01-15T20:00:47.005" v="551" actId="20577"/>
        <pc:sldMkLst>
          <pc:docMk/>
          <pc:sldMk cId="93528758" sldId="257"/>
        </pc:sldMkLst>
        <pc:spChg chg="del mod">
          <ac:chgData name="Tommaso De Maria" userId="a1aff584-9d9f-4d83-9abb-8da82ee4de2e" providerId="ADAL" clId="{A0BF42A4-B355-42D4-AEF7-64A16C882F43}" dt="2026-01-15T19:59:37.941" v="484" actId="478"/>
          <ac:spMkLst>
            <pc:docMk/>
            <pc:sldMk cId="93528758" sldId="257"/>
            <ac:spMk id="2" creationId="{7F06441B-890A-FECA-CC89-76DCF66BA9B2}"/>
          </ac:spMkLst>
        </pc:spChg>
        <pc:spChg chg="del">
          <ac:chgData name="Tommaso De Maria" userId="a1aff584-9d9f-4d83-9abb-8da82ee4de2e" providerId="ADAL" clId="{A0BF42A4-B355-42D4-AEF7-64A16C882F43}" dt="2026-01-15T15:53:11.629" v="51"/>
          <ac:spMkLst>
            <pc:docMk/>
            <pc:sldMk cId="93528758" sldId="257"/>
            <ac:spMk id="3" creationId="{5924C63C-5826-BA5C-77A8-247E7044FA10}"/>
          </ac:spMkLst>
        </pc:spChg>
        <pc:spChg chg="add mod">
          <ac:chgData name="Tommaso De Maria" userId="a1aff584-9d9f-4d83-9abb-8da82ee4de2e" providerId="ADAL" clId="{A0BF42A4-B355-42D4-AEF7-64A16C882F43}" dt="2026-01-15T19:59:54.460" v="490" actId="113"/>
          <ac:spMkLst>
            <pc:docMk/>
            <pc:sldMk cId="93528758" sldId="257"/>
            <ac:spMk id="4" creationId="{233B0BCF-A141-D831-3096-15C40973BC29}"/>
          </ac:spMkLst>
        </pc:spChg>
        <pc:spChg chg="add mod">
          <ac:chgData name="Tommaso De Maria" userId="a1aff584-9d9f-4d83-9abb-8da82ee4de2e" providerId="ADAL" clId="{A0BF42A4-B355-42D4-AEF7-64A16C882F43}" dt="2026-01-15T19:59:53.038" v="489" actId="113"/>
          <ac:spMkLst>
            <pc:docMk/>
            <pc:sldMk cId="93528758" sldId="257"/>
            <ac:spMk id="5" creationId="{607DCD71-17F4-B4FB-0A42-DA7AECFB658C}"/>
          </ac:spMkLst>
        </pc:spChg>
        <pc:spChg chg="add mod">
          <ac:chgData name="Tommaso De Maria" userId="a1aff584-9d9f-4d83-9abb-8da82ee4de2e" providerId="ADAL" clId="{A0BF42A4-B355-42D4-AEF7-64A16C882F43}" dt="2026-01-15T19:56:47.688" v="456" actId="113"/>
          <ac:spMkLst>
            <pc:docMk/>
            <pc:sldMk cId="93528758" sldId="257"/>
            <ac:spMk id="7" creationId="{49888954-423C-D0D2-422F-51567652F3AD}"/>
          </ac:spMkLst>
        </pc:spChg>
        <pc:spChg chg="add del mod">
          <ac:chgData name="Tommaso De Maria" userId="a1aff584-9d9f-4d83-9abb-8da82ee4de2e" providerId="ADAL" clId="{A0BF42A4-B355-42D4-AEF7-64A16C882F43}" dt="2026-01-15T19:56:00.085" v="440" actId="478"/>
          <ac:spMkLst>
            <pc:docMk/>
            <pc:sldMk cId="93528758" sldId="257"/>
            <ac:spMk id="8" creationId="{DCA39109-DBAF-BD02-7DFC-02D84F0DA24F}"/>
          </ac:spMkLst>
        </pc:spChg>
        <pc:spChg chg="add del mod">
          <ac:chgData name="Tommaso De Maria" userId="a1aff584-9d9f-4d83-9abb-8da82ee4de2e" providerId="ADAL" clId="{A0BF42A4-B355-42D4-AEF7-64A16C882F43}" dt="2026-01-15T19:59:42.481" v="485" actId="478"/>
          <ac:spMkLst>
            <pc:docMk/>
            <pc:sldMk cId="93528758" sldId="257"/>
            <ac:spMk id="14" creationId="{61C62163-7915-42C7-F6B2-3D838082F1CB}"/>
          </ac:spMkLst>
        </pc:spChg>
        <pc:spChg chg="add mod">
          <ac:chgData name="Tommaso De Maria" userId="a1aff584-9d9f-4d83-9abb-8da82ee4de2e" providerId="ADAL" clId="{A0BF42A4-B355-42D4-AEF7-64A16C882F43}" dt="2026-01-15T20:00:47.005" v="551" actId="20577"/>
          <ac:spMkLst>
            <pc:docMk/>
            <pc:sldMk cId="93528758" sldId="257"/>
            <ac:spMk id="15" creationId="{8F9E99B4-3959-289D-6F3B-5D8C2BE8771B}"/>
          </ac:spMkLst>
        </pc:spChg>
        <pc:picChg chg="add del mod">
          <ac:chgData name="Tommaso De Maria" userId="a1aff584-9d9f-4d83-9abb-8da82ee4de2e" providerId="ADAL" clId="{A0BF42A4-B355-42D4-AEF7-64A16C882F43}" dt="2026-01-15T19:55:50.327" v="435" actId="478"/>
          <ac:picMkLst>
            <pc:docMk/>
            <pc:sldMk cId="93528758" sldId="257"/>
            <ac:picMk id="6" creationId="{E80E7DD1-E296-11B7-272C-ACDCE1E68C85}"/>
          </ac:picMkLst>
        </pc:picChg>
        <pc:picChg chg="add mod">
          <ac:chgData name="Tommaso De Maria" userId="a1aff584-9d9f-4d83-9abb-8da82ee4de2e" providerId="ADAL" clId="{A0BF42A4-B355-42D4-AEF7-64A16C882F43}" dt="2026-01-15T19:56:04.381" v="442" actId="1076"/>
          <ac:picMkLst>
            <pc:docMk/>
            <pc:sldMk cId="93528758" sldId="257"/>
            <ac:picMk id="10" creationId="{637E70CC-E2D3-4BB9-703C-3FC375525DEA}"/>
          </ac:picMkLst>
        </pc:picChg>
        <pc:picChg chg="add mod modCrop">
          <ac:chgData name="Tommaso De Maria" userId="a1aff584-9d9f-4d83-9abb-8da82ee4de2e" providerId="ADAL" clId="{A0BF42A4-B355-42D4-AEF7-64A16C882F43}" dt="2026-01-15T19:56:23.616" v="448" actId="1076"/>
          <ac:picMkLst>
            <pc:docMk/>
            <pc:sldMk cId="93528758" sldId="257"/>
            <ac:picMk id="12" creationId="{B5C67C6F-9EDE-3046-114F-964F028918C5}"/>
          </ac:picMkLst>
        </pc:picChg>
      </pc:sldChg>
      <pc:sldChg chg="addSp delSp modSp new mod">
        <pc:chgData name="Tommaso De Maria" userId="a1aff584-9d9f-4d83-9abb-8da82ee4de2e" providerId="ADAL" clId="{A0BF42A4-B355-42D4-AEF7-64A16C882F43}" dt="2026-01-15T20:02:18.781" v="719" actId="20577"/>
        <pc:sldMkLst>
          <pc:docMk/>
          <pc:sldMk cId="4238479221" sldId="258"/>
        </pc:sldMkLst>
        <pc:spChg chg="del mod">
          <ac:chgData name="Tommaso De Maria" userId="a1aff584-9d9f-4d83-9abb-8da82ee4de2e" providerId="ADAL" clId="{A0BF42A4-B355-42D4-AEF7-64A16C882F43}" dt="2026-01-15T20:00:33.019" v="545" actId="478"/>
          <ac:spMkLst>
            <pc:docMk/>
            <pc:sldMk cId="4238479221" sldId="258"/>
            <ac:spMk id="2" creationId="{070A7D91-554B-2F70-2230-508D2817BEAF}"/>
          </ac:spMkLst>
        </pc:spChg>
        <pc:spChg chg="del">
          <ac:chgData name="Tommaso De Maria" userId="a1aff584-9d9f-4d83-9abb-8da82ee4de2e" providerId="ADAL" clId="{A0BF42A4-B355-42D4-AEF7-64A16C882F43}" dt="2026-01-15T15:57:53.769" v="189" actId="22"/>
          <ac:spMkLst>
            <pc:docMk/>
            <pc:sldMk cId="4238479221" sldId="258"/>
            <ac:spMk id="3" creationId="{05644B16-B7A4-F30B-03F8-E24043502D26}"/>
          </ac:spMkLst>
        </pc:spChg>
        <pc:spChg chg="add del mod">
          <ac:chgData name="Tommaso De Maria" userId="a1aff584-9d9f-4d83-9abb-8da82ee4de2e" providerId="ADAL" clId="{A0BF42A4-B355-42D4-AEF7-64A16C882F43}" dt="2026-01-15T19:58:08.064" v="463" actId="478"/>
          <ac:spMkLst>
            <pc:docMk/>
            <pc:sldMk cId="4238479221" sldId="258"/>
            <ac:spMk id="4" creationId="{48DD3D6E-C9F7-26BF-0112-74829092930B}"/>
          </ac:spMkLst>
        </pc:spChg>
        <pc:spChg chg="add mod">
          <ac:chgData name="Tommaso De Maria" userId="a1aff584-9d9f-4d83-9abb-8da82ee4de2e" providerId="ADAL" clId="{A0BF42A4-B355-42D4-AEF7-64A16C882F43}" dt="2026-01-15T20:02:18.781" v="719" actId="20577"/>
          <ac:spMkLst>
            <pc:docMk/>
            <pc:sldMk cId="4238479221" sldId="258"/>
            <ac:spMk id="6" creationId="{A7C846CF-0BA8-28D1-1B1B-66B35085585D}"/>
          </ac:spMkLst>
        </pc:spChg>
        <pc:spChg chg="add mod">
          <ac:chgData name="Tommaso De Maria" userId="a1aff584-9d9f-4d83-9abb-8da82ee4de2e" providerId="ADAL" clId="{A0BF42A4-B355-42D4-AEF7-64A16C882F43}" dt="2026-01-15T20:02:02.887" v="708" actId="1076"/>
          <ac:spMkLst>
            <pc:docMk/>
            <pc:sldMk cId="4238479221" sldId="258"/>
            <ac:spMk id="7" creationId="{BD304C41-9385-1FBF-6CC7-926A986BC772}"/>
          </ac:spMkLst>
        </pc:spChg>
        <pc:spChg chg="add del mod">
          <ac:chgData name="Tommaso De Maria" userId="a1aff584-9d9f-4d83-9abb-8da82ee4de2e" providerId="ADAL" clId="{A0BF42A4-B355-42D4-AEF7-64A16C882F43}" dt="2026-01-15T20:00:35.882" v="546" actId="478"/>
          <ac:spMkLst>
            <pc:docMk/>
            <pc:sldMk cId="4238479221" sldId="258"/>
            <ac:spMk id="13" creationId="{91EBED40-53A4-39FA-676E-32ABECA4EC09}"/>
          </ac:spMkLst>
        </pc:spChg>
        <pc:spChg chg="add mod">
          <ac:chgData name="Tommaso De Maria" userId="a1aff584-9d9f-4d83-9abb-8da82ee4de2e" providerId="ADAL" clId="{A0BF42A4-B355-42D4-AEF7-64A16C882F43}" dt="2026-01-15T20:01:57.597" v="707" actId="20577"/>
          <ac:spMkLst>
            <pc:docMk/>
            <pc:sldMk cId="4238479221" sldId="258"/>
            <ac:spMk id="14" creationId="{B2A91232-D823-52A8-110C-03B2097B387A}"/>
          </ac:spMkLst>
        </pc:spChg>
        <pc:picChg chg="add del mod ord">
          <ac:chgData name="Tommaso De Maria" userId="a1aff584-9d9f-4d83-9abb-8da82ee4de2e" providerId="ADAL" clId="{A0BF42A4-B355-42D4-AEF7-64A16C882F43}" dt="2026-01-15T19:58:02.428" v="458" actId="478"/>
          <ac:picMkLst>
            <pc:docMk/>
            <pc:sldMk cId="4238479221" sldId="258"/>
            <ac:picMk id="5" creationId="{CA96E8A9-2D78-7839-D420-C24F0BD6DD48}"/>
          </ac:picMkLst>
        </pc:picChg>
        <pc:picChg chg="add mod">
          <ac:chgData name="Tommaso De Maria" userId="a1aff584-9d9f-4d83-9abb-8da82ee4de2e" providerId="ADAL" clId="{A0BF42A4-B355-42D4-AEF7-64A16C882F43}" dt="2026-01-15T19:58:12.485" v="465" actId="1076"/>
          <ac:picMkLst>
            <pc:docMk/>
            <pc:sldMk cId="4238479221" sldId="258"/>
            <ac:picMk id="9" creationId="{6BE4DDFD-8978-8306-1E95-F91DC973AC42}"/>
          </ac:picMkLst>
        </pc:picChg>
        <pc:picChg chg="add mod modCrop">
          <ac:chgData name="Tommaso De Maria" userId="a1aff584-9d9f-4d83-9abb-8da82ee4de2e" providerId="ADAL" clId="{A0BF42A4-B355-42D4-AEF7-64A16C882F43}" dt="2026-01-15T19:58:27.106" v="470" actId="1076"/>
          <ac:picMkLst>
            <pc:docMk/>
            <pc:sldMk cId="4238479221" sldId="258"/>
            <ac:picMk id="11" creationId="{3279DFB2-4822-880D-F9BF-11DE9921724E}"/>
          </ac:picMkLst>
        </pc:picChg>
      </pc:sldChg>
      <pc:sldChg chg="new del">
        <pc:chgData name="Tommaso De Maria" userId="a1aff584-9d9f-4d83-9abb-8da82ee4de2e" providerId="ADAL" clId="{A0BF42A4-B355-42D4-AEF7-64A16C882F43}" dt="2026-01-15T19:49:28.550" v="417" actId="2696"/>
        <pc:sldMkLst>
          <pc:docMk/>
          <pc:sldMk cId="1455222576" sldId="259"/>
        </pc:sldMkLst>
      </pc:sldChg>
      <pc:sldChg chg="addSp delSp modSp new mod">
        <pc:chgData name="Tommaso De Maria" userId="a1aff584-9d9f-4d83-9abb-8da82ee4de2e" providerId="ADAL" clId="{A0BF42A4-B355-42D4-AEF7-64A16C882F43}" dt="2026-01-15T21:02:52.089" v="2238" actId="1076"/>
        <pc:sldMkLst>
          <pc:docMk/>
          <pc:sldMk cId="3438151413" sldId="260"/>
        </pc:sldMkLst>
        <pc:spChg chg="del mod">
          <ac:chgData name="Tommaso De Maria" userId="a1aff584-9d9f-4d83-9abb-8da82ee4de2e" providerId="ADAL" clId="{A0BF42A4-B355-42D4-AEF7-64A16C882F43}" dt="2026-01-15T20:08:06.474" v="947" actId="478"/>
          <ac:spMkLst>
            <pc:docMk/>
            <pc:sldMk cId="3438151413" sldId="260"/>
            <ac:spMk id="2" creationId="{F478E7DA-829B-904A-3ABC-FB083792C227}"/>
          </ac:spMkLst>
        </pc:spChg>
        <pc:spChg chg="del">
          <ac:chgData name="Tommaso De Maria" userId="a1aff584-9d9f-4d83-9abb-8da82ee4de2e" providerId="ADAL" clId="{A0BF42A4-B355-42D4-AEF7-64A16C882F43}" dt="2026-01-15T15:58:34.436" v="208" actId="22"/>
          <ac:spMkLst>
            <pc:docMk/>
            <pc:sldMk cId="3438151413" sldId="260"/>
            <ac:spMk id="3" creationId="{C780E76E-6BD7-C48F-3EBB-23B94C2A8FAF}"/>
          </ac:spMkLst>
        </pc:spChg>
        <pc:spChg chg="add del mod">
          <ac:chgData name="Tommaso De Maria" userId="a1aff584-9d9f-4d83-9abb-8da82ee4de2e" providerId="ADAL" clId="{A0BF42A4-B355-42D4-AEF7-64A16C882F43}" dt="2026-01-15T20:13:19.062" v="1380" actId="478"/>
          <ac:spMkLst>
            <pc:docMk/>
            <pc:sldMk cId="3438151413" sldId="260"/>
            <ac:spMk id="4" creationId="{99C33052-9C83-4343-DFE0-A81C3E6648B9}"/>
          </ac:spMkLst>
        </pc:spChg>
        <pc:spChg chg="add mod">
          <ac:chgData name="Tommaso De Maria" userId="a1aff584-9d9f-4d83-9abb-8da82ee4de2e" providerId="ADAL" clId="{A0BF42A4-B355-42D4-AEF7-64A16C882F43}" dt="2026-01-15T20:15:20.931" v="1409" actId="113"/>
          <ac:spMkLst>
            <pc:docMk/>
            <pc:sldMk cId="3438151413" sldId="260"/>
            <ac:spMk id="7" creationId="{2F236049-889F-9120-388F-DC16F6D2A869}"/>
          </ac:spMkLst>
        </pc:spChg>
        <pc:spChg chg="add mod">
          <ac:chgData name="Tommaso De Maria" userId="a1aff584-9d9f-4d83-9abb-8da82ee4de2e" providerId="ADAL" clId="{A0BF42A4-B355-42D4-AEF7-64A16C882F43}" dt="2026-01-15T21:02:52.089" v="2238" actId="1076"/>
          <ac:spMkLst>
            <pc:docMk/>
            <pc:sldMk cId="3438151413" sldId="260"/>
            <ac:spMk id="8" creationId="{906CB48D-2D7F-BDC4-E806-16BAFD483516}"/>
          </ac:spMkLst>
        </pc:spChg>
        <pc:spChg chg="add del mod">
          <ac:chgData name="Tommaso De Maria" userId="a1aff584-9d9f-4d83-9abb-8da82ee4de2e" providerId="ADAL" clId="{A0BF42A4-B355-42D4-AEF7-64A16C882F43}" dt="2026-01-15T20:08:11.378" v="948" actId="478"/>
          <ac:spMkLst>
            <pc:docMk/>
            <pc:sldMk cId="3438151413" sldId="260"/>
            <ac:spMk id="9" creationId="{271627BD-4517-6346-BA1A-1E22EBA8E232}"/>
          </ac:spMkLst>
        </pc:spChg>
        <pc:spChg chg="add mod">
          <ac:chgData name="Tommaso De Maria" userId="a1aff584-9d9f-4d83-9abb-8da82ee4de2e" providerId="ADAL" clId="{A0BF42A4-B355-42D4-AEF7-64A16C882F43}" dt="2026-01-15T20:43:25.987" v="2166" actId="20577"/>
          <ac:spMkLst>
            <pc:docMk/>
            <pc:sldMk cId="3438151413" sldId="260"/>
            <ac:spMk id="10" creationId="{4F2FAA3D-3C6C-0EE3-2C6C-EBD71D1526F9}"/>
          </ac:spMkLst>
        </pc:spChg>
        <pc:picChg chg="add del mod ord">
          <ac:chgData name="Tommaso De Maria" userId="a1aff584-9d9f-4d83-9abb-8da82ee4de2e" providerId="ADAL" clId="{A0BF42A4-B355-42D4-AEF7-64A16C882F43}" dt="2026-01-15T19:58:31.076" v="471" actId="478"/>
          <ac:picMkLst>
            <pc:docMk/>
            <pc:sldMk cId="3438151413" sldId="260"/>
            <ac:picMk id="5" creationId="{0F9B57D5-EB46-011E-2DFA-F8200C2DC509}"/>
          </ac:picMkLst>
        </pc:picChg>
        <pc:picChg chg="add mod">
          <ac:chgData name="Tommaso De Maria" userId="a1aff584-9d9f-4d83-9abb-8da82ee4de2e" providerId="ADAL" clId="{A0BF42A4-B355-42D4-AEF7-64A16C882F43}" dt="2026-01-15T20:42:35.591" v="2158" actId="1076"/>
          <ac:picMkLst>
            <pc:docMk/>
            <pc:sldMk cId="3438151413" sldId="260"/>
            <ac:picMk id="12" creationId="{5E90C0EF-7263-8D11-FEE7-FE0D77F02FE3}"/>
          </ac:picMkLst>
        </pc:picChg>
        <pc:picChg chg="add mod modCrop">
          <ac:chgData name="Tommaso De Maria" userId="a1aff584-9d9f-4d83-9abb-8da82ee4de2e" providerId="ADAL" clId="{A0BF42A4-B355-42D4-AEF7-64A16C882F43}" dt="2026-01-15T20:14:31.143" v="1396" actId="732"/>
          <ac:picMkLst>
            <pc:docMk/>
            <pc:sldMk cId="3438151413" sldId="260"/>
            <ac:picMk id="14" creationId="{8C0D6EB3-635A-DE69-BE50-2F115A9C8670}"/>
          </ac:picMkLst>
        </pc:picChg>
        <pc:picChg chg="add mod">
          <ac:chgData name="Tommaso De Maria" userId="a1aff584-9d9f-4d83-9abb-8da82ee4de2e" providerId="ADAL" clId="{A0BF42A4-B355-42D4-AEF7-64A16C882F43}" dt="2026-01-15T20:43:03.301" v="2162" actId="1076"/>
          <ac:picMkLst>
            <pc:docMk/>
            <pc:sldMk cId="3438151413" sldId="260"/>
            <ac:picMk id="15" creationId="{776FA576-7FAD-B10E-EA03-FF1313DC726E}"/>
          </ac:picMkLst>
        </pc:picChg>
      </pc:sldChg>
      <pc:sldChg chg="addSp delSp modSp new mod">
        <pc:chgData name="Tommaso De Maria" userId="a1aff584-9d9f-4d83-9abb-8da82ee4de2e" providerId="ADAL" clId="{A0BF42A4-B355-42D4-AEF7-64A16C882F43}" dt="2026-01-15T20:58:03.447" v="2222" actId="6549"/>
        <pc:sldMkLst>
          <pc:docMk/>
          <pc:sldMk cId="3115885917" sldId="261"/>
        </pc:sldMkLst>
        <pc:spChg chg="mod">
          <ac:chgData name="Tommaso De Maria" userId="a1aff584-9d9f-4d83-9abb-8da82ee4de2e" providerId="ADAL" clId="{A0BF42A4-B355-42D4-AEF7-64A16C882F43}" dt="2026-01-15T15:58:27.319" v="207" actId="20577"/>
          <ac:spMkLst>
            <pc:docMk/>
            <pc:sldMk cId="3115885917" sldId="261"/>
            <ac:spMk id="2" creationId="{EEBD2B20-1BB1-3438-0068-3226404DDFF6}"/>
          </ac:spMkLst>
        </pc:spChg>
        <pc:spChg chg="mod">
          <ac:chgData name="Tommaso De Maria" userId="a1aff584-9d9f-4d83-9abb-8da82ee4de2e" providerId="ADAL" clId="{A0BF42A4-B355-42D4-AEF7-64A16C882F43}" dt="2026-01-15T20:58:03.447" v="2222" actId="6549"/>
          <ac:spMkLst>
            <pc:docMk/>
            <pc:sldMk cId="3115885917" sldId="261"/>
            <ac:spMk id="3" creationId="{1C20CE44-7F8B-A498-0B8B-E01FEEC7E1CC}"/>
          </ac:spMkLst>
        </pc:spChg>
        <pc:spChg chg="mod">
          <ac:chgData name="Tommaso De Maria" userId="a1aff584-9d9f-4d83-9abb-8da82ee4de2e" providerId="ADAL" clId="{A0BF42A4-B355-42D4-AEF7-64A16C882F43}" dt="2026-01-15T20:33:30.106" v="1938" actId="20577"/>
          <ac:spMkLst>
            <pc:docMk/>
            <pc:sldMk cId="3115885917" sldId="261"/>
            <ac:spMk id="16" creationId="{8B9E2ACA-9135-7947-B858-4E2244FFF02B}"/>
          </ac:spMkLst>
        </pc:spChg>
        <pc:spChg chg="mod">
          <ac:chgData name="Tommaso De Maria" userId="a1aff584-9d9f-4d83-9abb-8da82ee4de2e" providerId="ADAL" clId="{A0BF42A4-B355-42D4-AEF7-64A16C882F43}" dt="2026-01-15T20:33:30.106" v="1938" actId="20577"/>
          <ac:spMkLst>
            <pc:docMk/>
            <pc:sldMk cId="3115885917" sldId="261"/>
            <ac:spMk id="18" creationId="{D4A993C2-4005-3F04-EE81-EF966B11257D}"/>
          </ac:spMkLst>
        </pc:spChg>
        <pc:spChg chg="mod">
          <ac:chgData name="Tommaso De Maria" userId="a1aff584-9d9f-4d83-9abb-8da82ee4de2e" providerId="ADAL" clId="{A0BF42A4-B355-42D4-AEF7-64A16C882F43}" dt="2026-01-15T20:33:30.106" v="1938" actId="20577"/>
          <ac:spMkLst>
            <pc:docMk/>
            <pc:sldMk cId="3115885917" sldId="261"/>
            <ac:spMk id="20" creationId="{F9D0DDC5-053F-F29B-59D1-35E1FC2CE592}"/>
          </ac:spMkLst>
        </pc:spChg>
        <pc:spChg chg="mod">
          <ac:chgData name="Tommaso De Maria" userId="a1aff584-9d9f-4d83-9abb-8da82ee4de2e" providerId="ADAL" clId="{A0BF42A4-B355-42D4-AEF7-64A16C882F43}" dt="2026-01-15T20:34:44.389" v="1976" actId="1076"/>
          <ac:spMkLst>
            <pc:docMk/>
            <pc:sldMk cId="3115885917" sldId="261"/>
            <ac:spMk id="21" creationId="{71DAF457-4EE7-0EE4-C581-FD15723F1938}"/>
          </ac:spMkLst>
        </pc:spChg>
        <pc:spChg chg="mod">
          <ac:chgData name="Tommaso De Maria" userId="a1aff584-9d9f-4d83-9abb-8da82ee4de2e" providerId="ADAL" clId="{A0BF42A4-B355-42D4-AEF7-64A16C882F43}" dt="2026-01-15T20:33:30.106" v="1938" actId="20577"/>
          <ac:spMkLst>
            <pc:docMk/>
            <pc:sldMk cId="3115885917" sldId="261"/>
            <ac:spMk id="23" creationId="{B5D86EE8-50BF-B649-F16A-9FD39F8CE01E}"/>
          </ac:spMkLst>
        </pc:spChg>
        <pc:spChg chg="mod">
          <ac:chgData name="Tommaso De Maria" userId="a1aff584-9d9f-4d83-9abb-8da82ee4de2e" providerId="ADAL" clId="{A0BF42A4-B355-42D4-AEF7-64A16C882F43}" dt="2026-01-15T20:33:30.106" v="1938" actId="20577"/>
          <ac:spMkLst>
            <pc:docMk/>
            <pc:sldMk cId="3115885917" sldId="261"/>
            <ac:spMk id="25" creationId="{1ACDAF7D-A911-26F9-914F-B3BD9F597444}"/>
          </ac:spMkLst>
        </pc:spChg>
        <pc:spChg chg="mod">
          <ac:chgData name="Tommaso De Maria" userId="a1aff584-9d9f-4d83-9abb-8da82ee4de2e" providerId="ADAL" clId="{A0BF42A4-B355-42D4-AEF7-64A16C882F43}" dt="2026-01-15T20:33:30.106" v="1938" actId="20577"/>
          <ac:spMkLst>
            <pc:docMk/>
            <pc:sldMk cId="3115885917" sldId="261"/>
            <ac:spMk id="27" creationId="{5E9051EC-4A30-CE51-C216-FEC5C11A367E}"/>
          </ac:spMkLst>
        </pc:spChg>
        <pc:spChg chg="mod">
          <ac:chgData name="Tommaso De Maria" userId="a1aff584-9d9f-4d83-9abb-8da82ee4de2e" providerId="ADAL" clId="{A0BF42A4-B355-42D4-AEF7-64A16C882F43}" dt="2026-01-15T20:33:30.106" v="1938" actId="20577"/>
          <ac:spMkLst>
            <pc:docMk/>
            <pc:sldMk cId="3115885917" sldId="261"/>
            <ac:spMk id="35" creationId="{4A8AD42D-08D2-4460-16BE-F3838018368B}"/>
          </ac:spMkLst>
        </pc:spChg>
        <pc:spChg chg="mod">
          <ac:chgData name="Tommaso De Maria" userId="a1aff584-9d9f-4d83-9abb-8da82ee4de2e" providerId="ADAL" clId="{A0BF42A4-B355-42D4-AEF7-64A16C882F43}" dt="2026-01-15T20:33:30.106" v="1938" actId="20577"/>
          <ac:spMkLst>
            <pc:docMk/>
            <pc:sldMk cId="3115885917" sldId="261"/>
            <ac:spMk id="37" creationId="{C6A46CDC-ECE2-130C-5917-81C2FC53A88A}"/>
          </ac:spMkLst>
        </pc:spChg>
        <pc:spChg chg="mod">
          <ac:chgData name="Tommaso De Maria" userId="a1aff584-9d9f-4d83-9abb-8da82ee4de2e" providerId="ADAL" clId="{A0BF42A4-B355-42D4-AEF7-64A16C882F43}" dt="2026-01-15T20:33:30.106" v="1938" actId="20577"/>
          <ac:spMkLst>
            <pc:docMk/>
            <pc:sldMk cId="3115885917" sldId="261"/>
            <ac:spMk id="39" creationId="{4688FC32-F7C8-8DAB-CE4C-9371E020244E}"/>
          </ac:spMkLst>
        </pc:spChg>
        <pc:spChg chg="add mod">
          <ac:chgData name="Tommaso De Maria" userId="a1aff584-9d9f-4d83-9abb-8da82ee4de2e" providerId="ADAL" clId="{A0BF42A4-B355-42D4-AEF7-64A16C882F43}" dt="2026-01-15T20:57:23.961" v="2216" actId="1035"/>
          <ac:spMkLst>
            <pc:docMk/>
            <pc:sldMk cId="3115885917" sldId="261"/>
            <ac:spMk id="94" creationId="{44BFC8BB-8934-8EB7-8B18-FAD7C61F79E3}"/>
          </ac:spMkLst>
        </pc:spChg>
        <pc:grpChg chg="mod">
          <ac:chgData name="Tommaso De Maria" userId="a1aff584-9d9f-4d83-9abb-8da82ee4de2e" providerId="ADAL" clId="{A0BF42A4-B355-42D4-AEF7-64A16C882F43}" dt="2026-01-15T20:37:19.971" v="2145" actId="1076"/>
          <ac:grpSpMkLst>
            <pc:docMk/>
            <pc:sldMk cId="3115885917" sldId="261"/>
            <ac:grpSpMk id="6" creationId="{DEC270F7-1ACE-0809-2030-4631E27595F4}"/>
          </ac:grpSpMkLst>
        </pc:grpChg>
        <pc:picChg chg="add del">
          <ac:chgData name="Tommaso De Maria" userId="a1aff584-9d9f-4d83-9abb-8da82ee4de2e" providerId="ADAL" clId="{A0BF42A4-B355-42D4-AEF7-64A16C882F43}" dt="2026-01-15T20:05:06.812" v="756" actId="22"/>
          <ac:picMkLst>
            <pc:docMk/>
            <pc:sldMk cId="3115885917" sldId="261"/>
            <ac:picMk id="5" creationId="{082D695C-FA21-F228-A2DD-4EDCF3EB3E89}"/>
          </ac:picMkLst>
        </pc:picChg>
      </pc:sldChg>
      <pc:sldChg chg="addSp delSp modSp new mod">
        <pc:chgData name="Tommaso De Maria" userId="a1aff584-9d9f-4d83-9abb-8da82ee4de2e" providerId="ADAL" clId="{A0BF42A4-B355-42D4-AEF7-64A16C882F43}" dt="2026-01-15T21:04:23.585" v="2267" actId="14100"/>
        <pc:sldMkLst>
          <pc:docMk/>
          <pc:sldMk cId="3873178225" sldId="262"/>
        </pc:sldMkLst>
        <pc:spChg chg="del mod">
          <ac:chgData name="Tommaso De Maria" userId="a1aff584-9d9f-4d83-9abb-8da82ee4de2e" providerId="ADAL" clId="{A0BF42A4-B355-42D4-AEF7-64A16C882F43}" dt="2026-01-15T20:15:39.374" v="1410" actId="478"/>
          <ac:spMkLst>
            <pc:docMk/>
            <pc:sldMk cId="3873178225" sldId="262"/>
            <ac:spMk id="2" creationId="{87B334A6-B49B-97E2-1781-70435A8F7547}"/>
          </ac:spMkLst>
        </pc:spChg>
        <pc:spChg chg="del">
          <ac:chgData name="Tommaso De Maria" userId="a1aff584-9d9f-4d83-9abb-8da82ee4de2e" providerId="ADAL" clId="{A0BF42A4-B355-42D4-AEF7-64A16C882F43}" dt="2026-01-15T16:01:01.149" v="240" actId="22"/>
          <ac:spMkLst>
            <pc:docMk/>
            <pc:sldMk cId="3873178225" sldId="262"/>
            <ac:spMk id="3" creationId="{A2B270A1-B94A-809F-AF3F-56C00C7EECD3}"/>
          </ac:spMkLst>
        </pc:spChg>
        <pc:spChg chg="add del mod">
          <ac:chgData name="Tommaso De Maria" userId="a1aff584-9d9f-4d83-9abb-8da82ee4de2e" providerId="ADAL" clId="{A0BF42A4-B355-42D4-AEF7-64A16C882F43}" dt="2026-01-15T20:15:43.277" v="1414" actId="478"/>
          <ac:spMkLst>
            <pc:docMk/>
            <pc:sldMk cId="3873178225" sldId="262"/>
            <ac:spMk id="4" creationId="{764DDF07-1AB8-7040-473A-5A3D35C55BEF}"/>
          </ac:spMkLst>
        </pc:spChg>
        <pc:spChg chg="add del mod">
          <ac:chgData name="Tommaso De Maria" userId="a1aff584-9d9f-4d83-9abb-8da82ee4de2e" providerId="ADAL" clId="{A0BF42A4-B355-42D4-AEF7-64A16C882F43}" dt="2026-01-15T20:16:49" v="1463" actId="478"/>
          <ac:spMkLst>
            <pc:docMk/>
            <pc:sldMk cId="3873178225" sldId="262"/>
            <ac:spMk id="8" creationId="{F9300BEA-B8BA-FEC5-7ECA-543136897EAB}"/>
          </ac:spMkLst>
        </pc:spChg>
        <pc:spChg chg="add del mod">
          <ac:chgData name="Tommaso De Maria" userId="a1aff584-9d9f-4d83-9abb-8da82ee4de2e" providerId="ADAL" clId="{A0BF42A4-B355-42D4-AEF7-64A16C882F43}" dt="2026-01-15T20:02:38.109" v="721" actId="21"/>
          <ac:spMkLst>
            <pc:docMk/>
            <pc:sldMk cId="3873178225" sldId="262"/>
            <ac:spMk id="9" creationId="{09372671-1BC8-4A48-700F-6F29106071C9}"/>
          </ac:spMkLst>
        </pc:spChg>
        <pc:spChg chg="add del mod">
          <ac:chgData name="Tommaso De Maria" userId="a1aff584-9d9f-4d83-9abb-8da82ee4de2e" providerId="ADAL" clId="{A0BF42A4-B355-42D4-AEF7-64A16C882F43}" dt="2026-01-15T20:02:38.109" v="721" actId="21"/>
          <ac:spMkLst>
            <pc:docMk/>
            <pc:sldMk cId="3873178225" sldId="262"/>
            <ac:spMk id="11" creationId="{27E451BE-908B-1AD4-BE08-0F47FD75848D}"/>
          </ac:spMkLst>
        </pc:spChg>
        <pc:spChg chg="add mod">
          <ac:chgData name="Tommaso De Maria" userId="a1aff584-9d9f-4d83-9abb-8da82ee4de2e" providerId="ADAL" clId="{A0BF42A4-B355-42D4-AEF7-64A16C882F43}" dt="2026-01-15T21:04:14.938" v="2265" actId="20577"/>
          <ac:spMkLst>
            <pc:docMk/>
            <pc:sldMk cId="3873178225" sldId="262"/>
            <ac:spMk id="12" creationId="{54A78449-96FC-97C4-AB2C-5692F29825E3}"/>
          </ac:spMkLst>
        </pc:spChg>
        <pc:spChg chg="add mod">
          <ac:chgData name="Tommaso De Maria" userId="a1aff584-9d9f-4d83-9abb-8da82ee4de2e" providerId="ADAL" clId="{A0BF42A4-B355-42D4-AEF7-64A16C882F43}" dt="2026-01-15T21:04:23.585" v="2267" actId="14100"/>
          <ac:spMkLst>
            <pc:docMk/>
            <pc:sldMk cId="3873178225" sldId="262"/>
            <ac:spMk id="13" creationId="{D770C897-9163-C351-45B7-4B0D59D748CC}"/>
          </ac:spMkLst>
        </pc:spChg>
        <pc:spChg chg="add mod">
          <ac:chgData name="Tommaso De Maria" userId="a1aff584-9d9f-4d83-9abb-8da82ee4de2e" providerId="ADAL" clId="{A0BF42A4-B355-42D4-AEF7-64A16C882F43}" dt="2026-01-15T20:16:45.355" v="1461" actId="113"/>
          <ac:spMkLst>
            <pc:docMk/>
            <pc:sldMk cId="3873178225" sldId="262"/>
            <ac:spMk id="14" creationId="{961DD37D-C9F7-DE72-A946-9DCD725A3A8A}"/>
          </ac:spMkLst>
        </pc:spChg>
        <pc:spChg chg="add mod">
          <ac:chgData name="Tommaso De Maria" userId="a1aff584-9d9f-4d83-9abb-8da82ee4de2e" providerId="ADAL" clId="{A0BF42A4-B355-42D4-AEF7-64A16C882F43}" dt="2026-01-15T20:16:42.887" v="1460"/>
          <ac:spMkLst>
            <pc:docMk/>
            <pc:sldMk cId="3873178225" sldId="262"/>
            <ac:spMk id="15" creationId="{EB43FBB4-BF68-792D-FB38-82B5502E942C}"/>
          </ac:spMkLst>
        </pc:spChg>
        <pc:spChg chg="add mod">
          <ac:chgData name="Tommaso De Maria" userId="a1aff584-9d9f-4d83-9abb-8da82ee4de2e" providerId="ADAL" clId="{A0BF42A4-B355-42D4-AEF7-64A16C882F43}" dt="2026-01-15T20:16:45.355" v="1461" actId="113"/>
          <ac:spMkLst>
            <pc:docMk/>
            <pc:sldMk cId="3873178225" sldId="262"/>
            <ac:spMk id="16" creationId="{CCF69AC4-248B-6714-1E67-83E9260B04EE}"/>
          </ac:spMkLst>
        </pc:spChg>
        <pc:spChg chg="add del mod">
          <ac:chgData name="Tommaso De Maria" userId="a1aff584-9d9f-4d83-9abb-8da82ee4de2e" providerId="ADAL" clId="{A0BF42A4-B355-42D4-AEF7-64A16C882F43}" dt="2026-01-15T20:02:38.109" v="721" actId="21"/>
          <ac:spMkLst>
            <pc:docMk/>
            <pc:sldMk cId="3873178225" sldId="262"/>
            <ac:spMk id="17" creationId="{8EC45DB3-C817-7FF4-595E-FEB2C2C04626}"/>
          </ac:spMkLst>
        </pc:spChg>
        <pc:spChg chg="add del mod">
          <ac:chgData name="Tommaso De Maria" userId="a1aff584-9d9f-4d83-9abb-8da82ee4de2e" providerId="ADAL" clId="{A0BF42A4-B355-42D4-AEF7-64A16C882F43}" dt="2026-01-15T20:02:38.109" v="721" actId="21"/>
          <ac:spMkLst>
            <pc:docMk/>
            <pc:sldMk cId="3873178225" sldId="262"/>
            <ac:spMk id="19" creationId="{05F33181-A6C2-56B7-C995-5A5AFBA99A69}"/>
          </ac:spMkLst>
        </pc:spChg>
        <pc:spChg chg="add del mod">
          <ac:chgData name="Tommaso De Maria" userId="a1aff584-9d9f-4d83-9abb-8da82ee4de2e" providerId="ADAL" clId="{A0BF42A4-B355-42D4-AEF7-64A16C882F43}" dt="2026-01-15T20:17:37.432" v="1466" actId="478"/>
          <ac:spMkLst>
            <pc:docMk/>
            <pc:sldMk cId="3873178225" sldId="262"/>
            <ac:spMk id="20" creationId="{A28722DB-2E1E-2ED6-EA4F-BA75CE6C04E6}"/>
          </ac:spMkLst>
        </pc:spChg>
        <pc:picChg chg="add del mod ord">
          <ac:chgData name="Tommaso De Maria" userId="a1aff584-9d9f-4d83-9abb-8da82ee4de2e" providerId="ADAL" clId="{A0BF42A4-B355-42D4-AEF7-64A16C882F43}" dt="2026-01-15T20:17:18.519" v="1465" actId="478"/>
          <ac:picMkLst>
            <pc:docMk/>
            <pc:sldMk cId="3873178225" sldId="262"/>
            <ac:picMk id="5" creationId="{6DE3352D-87D2-0BCA-0815-80D1FCD73F04}"/>
          </ac:picMkLst>
        </pc:picChg>
        <pc:picChg chg="add del mod">
          <ac:chgData name="Tommaso De Maria" userId="a1aff584-9d9f-4d83-9abb-8da82ee4de2e" providerId="ADAL" clId="{A0BF42A4-B355-42D4-AEF7-64A16C882F43}" dt="2026-01-15T20:02:38.109" v="721" actId="21"/>
          <ac:picMkLst>
            <pc:docMk/>
            <pc:sldMk cId="3873178225" sldId="262"/>
            <ac:picMk id="7" creationId="{2F3636EA-D54E-014E-EFE8-EA34517D5B33}"/>
          </ac:picMkLst>
        </pc:picChg>
        <pc:picChg chg="add del mod">
          <ac:chgData name="Tommaso De Maria" userId="a1aff584-9d9f-4d83-9abb-8da82ee4de2e" providerId="ADAL" clId="{A0BF42A4-B355-42D4-AEF7-64A16C882F43}" dt="2026-01-15T20:15:41.173" v="1413" actId="478"/>
          <ac:picMkLst>
            <pc:docMk/>
            <pc:sldMk cId="3873178225" sldId="262"/>
            <ac:picMk id="10" creationId="{F3452761-1A78-15CA-FA4D-FBA09335C1D9}"/>
          </ac:picMkLst>
        </pc:picChg>
        <pc:picChg chg="add mod ord">
          <ac:chgData name="Tommaso De Maria" userId="a1aff584-9d9f-4d83-9abb-8da82ee4de2e" providerId="ADAL" clId="{A0BF42A4-B355-42D4-AEF7-64A16C882F43}" dt="2026-01-15T20:17:57.807" v="1481" actId="1076"/>
          <ac:picMkLst>
            <pc:docMk/>
            <pc:sldMk cId="3873178225" sldId="262"/>
            <ac:picMk id="22" creationId="{ADFBBED6-1708-74AF-592A-65039E0D576F}"/>
          </ac:picMkLst>
        </pc:picChg>
        <pc:picChg chg="add del mod">
          <ac:chgData name="Tommaso De Maria" userId="a1aff584-9d9f-4d83-9abb-8da82ee4de2e" providerId="ADAL" clId="{A0BF42A4-B355-42D4-AEF7-64A16C882F43}" dt="2026-01-15T20:23:46.827" v="1706" actId="21"/>
          <ac:picMkLst>
            <pc:docMk/>
            <pc:sldMk cId="3873178225" sldId="262"/>
            <ac:picMk id="24" creationId="{A42C2D85-03CB-561B-7399-61273A8EB064}"/>
          </ac:picMkLst>
        </pc:picChg>
      </pc:sldChg>
      <pc:sldChg chg="add del">
        <pc:chgData name="Tommaso De Maria" userId="a1aff584-9d9f-4d83-9abb-8da82ee4de2e" providerId="ADAL" clId="{A0BF42A4-B355-42D4-AEF7-64A16C882F43}" dt="2026-01-15T20:29:59.749" v="1799" actId="2696"/>
        <pc:sldMkLst>
          <pc:docMk/>
          <pc:sldMk cId="267283521" sldId="263"/>
        </pc:sldMkLst>
      </pc:sldChg>
      <pc:sldChg chg="new del">
        <pc:chgData name="Tommaso De Maria" userId="a1aff584-9d9f-4d83-9abb-8da82ee4de2e" providerId="ADAL" clId="{A0BF42A4-B355-42D4-AEF7-64A16C882F43}" dt="2026-01-15T19:53:18.559" v="424" actId="2696"/>
        <pc:sldMkLst>
          <pc:docMk/>
          <pc:sldMk cId="3984955945" sldId="263"/>
        </pc:sldMkLst>
      </pc:sldChg>
      <pc:sldChg chg="addSp delSp modSp new mod">
        <pc:chgData name="Tommaso De Maria" userId="a1aff584-9d9f-4d83-9abb-8da82ee4de2e" providerId="ADAL" clId="{A0BF42A4-B355-42D4-AEF7-64A16C882F43}" dt="2026-01-15T21:01:41.127" v="2235" actId="13822"/>
        <pc:sldMkLst>
          <pc:docMk/>
          <pc:sldMk cId="1211640445" sldId="264"/>
        </pc:sldMkLst>
        <pc:spChg chg="del">
          <ac:chgData name="Tommaso De Maria" userId="a1aff584-9d9f-4d83-9abb-8da82ee4de2e" providerId="ADAL" clId="{A0BF42A4-B355-42D4-AEF7-64A16C882F43}" dt="2026-01-15T20:02:47.820" v="725" actId="478"/>
          <ac:spMkLst>
            <pc:docMk/>
            <pc:sldMk cId="1211640445" sldId="264"/>
            <ac:spMk id="2" creationId="{C3BE39DE-15FA-AD22-4348-A76CA1CB4D13}"/>
          </ac:spMkLst>
        </pc:spChg>
        <pc:spChg chg="del">
          <ac:chgData name="Tommaso De Maria" userId="a1aff584-9d9f-4d83-9abb-8da82ee4de2e" providerId="ADAL" clId="{A0BF42A4-B355-42D4-AEF7-64A16C882F43}" dt="2026-01-15T20:02:43.579" v="724" actId="478"/>
          <ac:spMkLst>
            <pc:docMk/>
            <pc:sldMk cId="1211640445" sldId="264"/>
            <ac:spMk id="3" creationId="{08F17A4C-AFF4-73C1-4BFE-3FF4948BF8DD}"/>
          </ac:spMkLst>
        </pc:spChg>
        <pc:spChg chg="add del mod">
          <ac:chgData name="Tommaso De Maria" userId="a1aff584-9d9f-4d83-9abb-8da82ee4de2e" providerId="ADAL" clId="{A0BF42A4-B355-42D4-AEF7-64A16C882F43}" dt="2026-01-15T20:02:52.981" v="726" actId="478"/>
          <ac:spMkLst>
            <pc:docMk/>
            <pc:sldMk cId="1211640445" sldId="264"/>
            <ac:spMk id="9" creationId="{09372671-1BC8-4A48-700F-6F29106071C9}"/>
          </ac:spMkLst>
        </pc:spChg>
        <pc:spChg chg="add mod">
          <ac:chgData name="Tommaso De Maria" userId="a1aff584-9d9f-4d83-9abb-8da82ee4de2e" providerId="ADAL" clId="{A0BF42A4-B355-42D4-AEF7-64A16C882F43}" dt="2026-01-15T21:01:41.127" v="2235" actId="13822"/>
          <ac:spMkLst>
            <pc:docMk/>
            <pc:sldMk cId="1211640445" sldId="264"/>
            <ac:spMk id="11" creationId="{27E451BE-908B-1AD4-BE08-0F47FD75848D}"/>
          </ac:spMkLst>
        </pc:spChg>
        <pc:spChg chg="add mod">
          <ac:chgData name="Tommaso De Maria" userId="a1aff584-9d9f-4d83-9abb-8da82ee4de2e" providerId="ADAL" clId="{A0BF42A4-B355-42D4-AEF7-64A16C882F43}" dt="2026-01-15T20:05:32.408" v="763" actId="1076"/>
          <ac:spMkLst>
            <pc:docMk/>
            <pc:sldMk cId="1211640445" sldId="264"/>
            <ac:spMk id="17" creationId="{8EC45DB3-C817-7FF4-595E-FEB2C2C04626}"/>
          </ac:spMkLst>
        </pc:spChg>
        <pc:spChg chg="add mod">
          <ac:chgData name="Tommaso De Maria" userId="a1aff584-9d9f-4d83-9abb-8da82ee4de2e" providerId="ADAL" clId="{A0BF42A4-B355-42D4-AEF7-64A16C882F43}" dt="2026-01-15T20:05:29.848" v="762" actId="1076"/>
          <ac:spMkLst>
            <pc:docMk/>
            <pc:sldMk cId="1211640445" sldId="264"/>
            <ac:spMk id="19" creationId="{05F33181-A6C2-56B7-C995-5A5AFBA99A69}"/>
          </ac:spMkLst>
        </pc:spChg>
        <pc:spChg chg="add mod">
          <ac:chgData name="Tommaso De Maria" userId="a1aff584-9d9f-4d83-9abb-8da82ee4de2e" providerId="ADAL" clId="{A0BF42A4-B355-42D4-AEF7-64A16C882F43}" dt="2026-01-15T21:00:41.408" v="2228" actId="20577"/>
          <ac:spMkLst>
            <pc:docMk/>
            <pc:sldMk cId="1211640445" sldId="264"/>
            <ac:spMk id="21" creationId="{D825F6DB-B11E-C948-A75A-F7A058523BC1}"/>
          </ac:spMkLst>
        </pc:spChg>
        <pc:picChg chg="add del mod ord">
          <ac:chgData name="Tommaso De Maria" userId="a1aff584-9d9f-4d83-9abb-8da82ee4de2e" providerId="ADAL" clId="{A0BF42A4-B355-42D4-AEF7-64A16C882F43}" dt="2026-01-15T20:03:33.102" v="732" actId="478"/>
          <ac:picMkLst>
            <pc:docMk/>
            <pc:sldMk cId="1211640445" sldId="264"/>
            <ac:picMk id="5" creationId="{5A851BE8-977D-47FB-A54A-1F683ADBD94C}"/>
          </ac:picMkLst>
        </pc:picChg>
        <pc:picChg chg="add del mod">
          <ac:chgData name="Tommaso De Maria" userId="a1aff584-9d9f-4d83-9abb-8da82ee4de2e" providerId="ADAL" clId="{A0BF42A4-B355-42D4-AEF7-64A16C882F43}" dt="2026-01-15T20:03:26.213" v="727" actId="478"/>
          <ac:picMkLst>
            <pc:docMk/>
            <pc:sldMk cId="1211640445" sldId="264"/>
            <ac:picMk id="7" creationId="{2F3636EA-D54E-014E-EFE8-EA34517D5B33}"/>
          </ac:picMkLst>
        </pc:picChg>
        <pc:picChg chg="add del mod ord">
          <ac:chgData name="Tommaso De Maria" userId="a1aff584-9d9f-4d83-9abb-8da82ee4de2e" providerId="ADAL" clId="{A0BF42A4-B355-42D4-AEF7-64A16C882F43}" dt="2026-01-15T20:04:35.592" v="741" actId="478"/>
          <ac:picMkLst>
            <pc:docMk/>
            <pc:sldMk cId="1211640445" sldId="264"/>
            <ac:picMk id="8" creationId="{0980552B-0507-E0AC-5EB0-351A00BB7968}"/>
          </ac:picMkLst>
        </pc:picChg>
        <pc:picChg chg="add del mod">
          <ac:chgData name="Tommaso De Maria" userId="a1aff584-9d9f-4d83-9abb-8da82ee4de2e" providerId="ADAL" clId="{A0BF42A4-B355-42D4-AEF7-64A16C882F43}" dt="2026-01-15T20:04:45.775" v="746" actId="478"/>
          <ac:picMkLst>
            <pc:docMk/>
            <pc:sldMk cId="1211640445" sldId="264"/>
            <ac:picMk id="12" creationId="{8293B273-02D7-FB70-D3F9-296651FD4197}"/>
          </ac:picMkLst>
        </pc:picChg>
        <pc:picChg chg="add mod ord">
          <ac:chgData name="Tommaso De Maria" userId="a1aff584-9d9f-4d83-9abb-8da82ee4de2e" providerId="ADAL" clId="{A0BF42A4-B355-42D4-AEF7-64A16C882F43}" dt="2026-01-15T20:05:40.503" v="768" actId="1076"/>
          <ac:picMkLst>
            <pc:docMk/>
            <pc:sldMk cId="1211640445" sldId="264"/>
            <ac:picMk id="14" creationId="{CBF5AB3F-D5CB-31D5-997D-FDC113D51EFB}"/>
          </ac:picMkLst>
        </pc:picChg>
        <pc:picChg chg="add del mod">
          <ac:chgData name="Tommaso De Maria" userId="a1aff584-9d9f-4d83-9abb-8da82ee4de2e" providerId="ADAL" clId="{A0BF42A4-B355-42D4-AEF7-64A16C882F43}" dt="2026-01-15T20:05:05.113" v="754" actId="478"/>
          <ac:picMkLst>
            <pc:docMk/>
            <pc:sldMk cId="1211640445" sldId="264"/>
            <ac:picMk id="16" creationId="{79DBD094-A019-9AF8-4823-0E44645EC7AD}"/>
          </ac:picMkLst>
        </pc:picChg>
        <pc:picChg chg="add mod">
          <ac:chgData name="Tommaso De Maria" userId="a1aff584-9d9f-4d83-9abb-8da82ee4de2e" providerId="ADAL" clId="{A0BF42A4-B355-42D4-AEF7-64A16C882F43}" dt="2026-01-15T20:05:37.707" v="767" actId="14100"/>
          <ac:picMkLst>
            <pc:docMk/>
            <pc:sldMk cId="1211640445" sldId="264"/>
            <ac:picMk id="20" creationId="{DDDFA611-8698-A140-EB72-CFA881E26032}"/>
          </ac:picMkLst>
        </pc:picChg>
      </pc:sldChg>
      <pc:sldChg chg="addSp delSp modSp add mod">
        <pc:chgData name="Tommaso De Maria" userId="a1aff584-9d9f-4d83-9abb-8da82ee4de2e" providerId="ADAL" clId="{A0BF42A4-B355-42D4-AEF7-64A16C882F43}" dt="2026-01-15T21:01:35.384" v="2234" actId="13822"/>
        <pc:sldMkLst>
          <pc:docMk/>
          <pc:sldMk cId="3461297476" sldId="265"/>
        </pc:sldMkLst>
        <pc:spChg chg="mod">
          <ac:chgData name="Tommaso De Maria" userId="a1aff584-9d9f-4d83-9abb-8da82ee4de2e" providerId="ADAL" clId="{A0BF42A4-B355-42D4-AEF7-64A16C882F43}" dt="2026-01-15T21:01:35.384" v="2234" actId="13822"/>
          <ac:spMkLst>
            <pc:docMk/>
            <pc:sldMk cId="3461297476" sldId="265"/>
            <ac:spMk id="11" creationId="{80A6C986-A9AE-B286-A4C0-BAE02684CD7A}"/>
          </ac:spMkLst>
        </pc:spChg>
        <pc:spChg chg="mod">
          <ac:chgData name="Tommaso De Maria" userId="a1aff584-9d9f-4d83-9abb-8da82ee4de2e" providerId="ADAL" clId="{A0BF42A4-B355-42D4-AEF7-64A16C882F43}" dt="2026-01-15T20:10:24.050" v="1120" actId="1076"/>
          <ac:spMkLst>
            <pc:docMk/>
            <pc:sldMk cId="3461297476" sldId="265"/>
            <ac:spMk id="17" creationId="{B3E44E82-EC60-8DB7-3DC3-6B5B76B01B0F}"/>
          </ac:spMkLst>
        </pc:spChg>
        <pc:spChg chg="mod">
          <ac:chgData name="Tommaso De Maria" userId="a1aff584-9d9f-4d83-9abb-8da82ee4de2e" providerId="ADAL" clId="{A0BF42A4-B355-42D4-AEF7-64A16C882F43}" dt="2026-01-15T20:10:20.807" v="1119" actId="14100"/>
          <ac:spMkLst>
            <pc:docMk/>
            <pc:sldMk cId="3461297476" sldId="265"/>
            <ac:spMk id="19" creationId="{F7A2FD41-D9D4-32F8-B99A-AF5D070A4CBC}"/>
          </ac:spMkLst>
        </pc:spChg>
        <pc:spChg chg="mod">
          <ac:chgData name="Tommaso De Maria" userId="a1aff584-9d9f-4d83-9abb-8da82ee4de2e" providerId="ADAL" clId="{A0BF42A4-B355-42D4-AEF7-64A16C882F43}" dt="2026-01-15T21:01:10.535" v="2233" actId="20577"/>
          <ac:spMkLst>
            <pc:docMk/>
            <pc:sldMk cId="3461297476" sldId="265"/>
            <ac:spMk id="21" creationId="{D7B1185E-0C11-7572-FCE4-0E0E1FC25C36}"/>
          </ac:spMkLst>
        </pc:spChg>
        <pc:picChg chg="add mod ord">
          <ac:chgData name="Tommaso De Maria" userId="a1aff584-9d9f-4d83-9abb-8da82ee4de2e" providerId="ADAL" clId="{A0BF42A4-B355-42D4-AEF7-64A16C882F43}" dt="2026-01-15T20:11:23.928" v="1159" actId="1076"/>
          <ac:picMkLst>
            <pc:docMk/>
            <pc:sldMk cId="3461297476" sldId="265"/>
            <ac:picMk id="3" creationId="{12C3CDF6-1EAC-F586-4B08-84E0188D0B85}"/>
          </ac:picMkLst>
        </pc:picChg>
        <pc:picChg chg="del">
          <ac:chgData name="Tommaso De Maria" userId="a1aff584-9d9f-4d83-9abb-8da82ee4de2e" providerId="ADAL" clId="{A0BF42A4-B355-42D4-AEF7-64A16C882F43}" dt="2026-01-15T20:10:01.785" v="1112" actId="478"/>
          <ac:picMkLst>
            <pc:docMk/>
            <pc:sldMk cId="3461297476" sldId="265"/>
            <ac:picMk id="14" creationId="{FF853428-046B-6CAD-37D7-4E2480750368}"/>
          </ac:picMkLst>
        </pc:picChg>
        <pc:picChg chg="del">
          <ac:chgData name="Tommaso De Maria" userId="a1aff584-9d9f-4d83-9abb-8da82ee4de2e" providerId="ADAL" clId="{A0BF42A4-B355-42D4-AEF7-64A16C882F43}" dt="2026-01-15T20:10:02.085" v="1113" actId="478"/>
          <ac:picMkLst>
            <pc:docMk/>
            <pc:sldMk cId="3461297476" sldId="265"/>
            <ac:picMk id="20" creationId="{BCD1CF13-ABF5-DF9A-FA1C-3864B27FAF19}"/>
          </ac:picMkLst>
        </pc:picChg>
      </pc:sldChg>
      <pc:sldChg chg="addSp delSp modSp new mod modShow">
        <pc:chgData name="Tommaso De Maria" userId="a1aff584-9d9f-4d83-9abb-8da82ee4de2e" providerId="ADAL" clId="{A0BF42A4-B355-42D4-AEF7-64A16C882F43}" dt="2026-01-15T20:58:59.196" v="2224" actId="1076"/>
        <pc:sldMkLst>
          <pc:docMk/>
          <pc:sldMk cId="1025477555" sldId="266"/>
        </pc:sldMkLst>
        <pc:spChg chg="del mod">
          <ac:chgData name="Tommaso De Maria" userId="a1aff584-9d9f-4d83-9abb-8da82ee4de2e" providerId="ADAL" clId="{A0BF42A4-B355-42D4-AEF7-64A16C882F43}" dt="2026-01-15T20:28:11.959" v="1747" actId="478"/>
          <ac:spMkLst>
            <pc:docMk/>
            <pc:sldMk cId="1025477555" sldId="266"/>
            <ac:spMk id="2" creationId="{AF74BD27-6B37-4120-7ED5-5FB62384A395}"/>
          </ac:spMkLst>
        </pc:spChg>
        <pc:spChg chg="del">
          <ac:chgData name="Tommaso De Maria" userId="a1aff584-9d9f-4d83-9abb-8da82ee4de2e" providerId="ADAL" clId="{A0BF42A4-B355-42D4-AEF7-64A16C882F43}" dt="2026-01-15T20:24:11.782" v="1716"/>
          <ac:spMkLst>
            <pc:docMk/>
            <pc:sldMk cId="1025477555" sldId="266"/>
            <ac:spMk id="3" creationId="{46B2B595-6C3E-D016-DE52-DDABD6A703A5}"/>
          </ac:spMkLst>
        </pc:spChg>
        <pc:spChg chg="add mod">
          <ac:chgData name="Tommaso De Maria" userId="a1aff584-9d9f-4d83-9abb-8da82ee4de2e" providerId="ADAL" clId="{A0BF42A4-B355-42D4-AEF7-64A16C882F43}" dt="2026-01-15T20:28:29.365" v="1772" actId="20577"/>
          <ac:spMkLst>
            <pc:docMk/>
            <pc:sldMk cId="1025477555" sldId="266"/>
            <ac:spMk id="4" creationId="{E95641BD-D4A4-2DE2-20F1-8E9A2F1C12BF}"/>
          </ac:spMkLst>
        </pc:spChg>
        <pc:spChg chg="add mod">
          <ac:chgData name="Tommaso De Maria" userId="a1aff584-9d9f-4d83-9abb-8da82ee4de2e" providerId="ADAL" clId="{A0BF42A4-B355-42D4-AEF7-64A16C882F43}" dt="2026-01-15T20:28:44.689" v="1794" actId="20577"/>
          <ac:spMkLst>
            <pc:docMk/>
            <pc:sldMk cId="1025477555" sldId="266"/>
            <ac:spMk id="5" creationId="{229495B0-2764-1AAF-58B6-47CA00AA8849}"/>
          </ac:spMkLst>
        </pc:spChg>
        <pc:picChg chg="add mod">
          <ac:chgData name="Tommaso De Maria" userId="a1aff584-9d9f-4d83-9abb-8da82ee4de2e" providerId="ADAL" clId="{A0BF42A4-B355-42D4-AEF7-64A16C882F43}" dt="2026-01-15T20:58:59.196" v="2224" actId="1076"/>
          <ac:picMkLst>
            <pc:docMk/>
            <pc:sldMk cId="1025477555" sldId="266"/>
            <ac:picMk id="7" creationId="{9946B3D2-3D2F-92D1-EF92-F4B9BB9423F4}"/>
          </ac:picMkLst>
        </pc:picChg>
        <pc:picChg chg="add mod">
          <ac:chgData name="Tommaso De Maria" userId="a1aff584-9d9f-4d83-9abb-8da82ee4de2e" providerId="ADAL" clId="{A0BF42A4-B355-42D4-AEF7-64A16C882F43}" dt="2026-01-15T20:24:27.356" v="1745" actId="1076"/>
          <ac:picMkLst>
            <pc:docMk/>
            <pc:sldMk cId="1025477555" sldId="266"/>
            <ac:picMk id="96" creationId="{A42C2D85-03CB-561B-7399-61273A8EB064}"/>
          </ac:picMkLst>
        </pc:picChg>
      </pc:sldChg>
      <pc:sldChg chg="addSp delSp modSp new mod ord">
        <pc:chgData name="Tommaso De Maria" userId="a1aff584-9d9f-4d83-9abb-8da82ee4de2e" providerId="ADAL" clId="{A0BF42A4-B355-42D4-AEF7-64A16C882F43}" dt="2026-01-15T21:22:56.328" v="2449"/>
        <pc:sldMkLst>
          <pc:docMk/>
          <pc:sldMk cId="109669896" sldId="267"/>
        </pc:sldMkLst>
        <pc:spChg chg="mod">
          <ac:chgData name="Tommaso De Maria" userId="a1aff584-9d9f-4d83-9abb-8da82ee4de2e" providerId="ADAL" clId="{A0BF42A4-B355-42D4-AEF7-64A16C882F43}" dt="2026-01-15T21:06:17.430" v="2300" actId="20577"/>
          <ac:spMkLst>
            <pc:docMk/>
            <pc:sldMk cId="109669896" sldId="267"/>
            <ac:spMk id="2" creationId="{73BC73EF-8E95-A4DA-8371-B4127DB3C28A}"/>
          </ac:spMkLst>
        </pc:spChg>
        <pc:spChg chg="del">
          <ac:chgData name="Tommaso De Maria" userId="a1aff584-9d9f-4d83-9abb-8da82ee4de2e" providerId="ADAL" clId="{A0BF42A4-B355-42D4-AEF7-64A16C882F43}" dt="2026-01-15T21:05:47.689" v="2298" actId="478"/>
          <ac:spMkLst>
            <pc:docMk/>
            <pc:sldMk cId="109669896" sldId="267"/>
            <ac:spMk id="3" creationId="{CB0026F4-0DCD-3D07-0FA5-FE59A7D67E53}"/>
          </ac:spMkLst>
        </pc:spChg>
        <pc:spChg chg="add mod">
          <ac:chgData name="Tommaso De Maria" userId="a1aff584-9d9f-4d83-9abb-8da82ee4de2e" providerId="ADAL" clId="{A0BF42A4-B355-42D4-AEF7-64A16C882F43}" dt="2026-01-15T21:07:13.056" v="2371" actId="1076"/>
          <ac:spMkLst>
            <pc:docMk/>
            <pc:sldMk cId="109669896" sldId="267"/>
            <ac:spMk id="6" creationId="{2ECBC46B-521D-8E9E-8610-06EDAC4316A4}"/>
          </ac:spMkLst>
        </pc:spChg>
        <pc:picChg chg="add mod">
          <ac:chgData name="Tommaso De Maria" userId="a1aff584-9d9f-4d83-9abb-8da82ee4de2e" providerId="ADAL" clId="{A0BF42A4-B355-42D4-AEF7-64A16C882F43}" dt="2026-01-15T21:06:19.943" v="2301" actId="14100"/>
          <ac:picMkLst>
            <pc:docMk/>
            <pc:sldMk cId="109669896" sldId="267"/>
            <ac:picMk id="4" creationId="{55291C17-DB38-206C-CFDD-798EB9E11F95}"/>
          </ac:picMkLst>
        </pc:picChg>
        <pc:picChg chg="add mod">
          <ac:chgData name="Tommaso De Maria" userId="a1aff584-9d9f-4d83-9abb-8da82ee4de2e" providerId="ADAL" clId="{A0BF42A4-B355-42D4-AEF7-64A16C882F43}" dt="2026-01-15T21:06:21.523" v="2302" actId="1076"/>
          <ac:picMkLst>
            <pc:docMk/>
            <pc:sldMk cId="109669896" sldId="267"/>
            <ac:picMk id="5" creationId="{D10DE819-FFC1-EB6F-31B5-4DB29CD3451B}"/>
          </ac:picMkLst>
        </pc:picChg>
      </pc:sldChg>
      <pc:sldChg chg="addSp delSp modSp add del mod ord">
        <pc:chgData name="Tommaso De Maria" userId="a1aff584-9d9f-4d83-9abb-8da82ee4de2e" providerId="ADAL" clId="{A0BF42A4-B355-42D4-AEF7-64A16C882F43}" dt="2026-01-15T21:32:52.421" v="2604" actId="166"/>
        <pc:sldMkLst>
          <pc:docMk/>
          <pc:sldMk cId="3039593234" sldId="268"/>
        </pc:sldMkLst>
        <pc:spChg chg="mod">
          <ac:chgData name="Tommaso De Maria" userId="a1aff584-9d9f-4d83-9abb-8da82ee4de2e" providerId="ADAL" clId="{A0BF42A4-B355-42D4-AEF7-64A16C882F43}" dt="2026-01-15T21:28:41.730" v="2541" actId="1076"/>
          <ac:spMkLst>
            <pc:docMk/>
            <pc:sldMk cId="3039593234" sldId="268"/>
            <ac:spMk id="6" creationId="{F6C1996A-AB3E-76CA-15FF-8AB55372A0FB}"/>
          </ac:spMkLst>
        </pc:spChg>
        <pc:spChg chg="add mod">
          <ac:chgData name="Tommaso De Maria" userId="a1aff584-9d9f-4d83-9abb-8da82ee4de2e" providerId="ADAL" clId="{A0BF42A4-B355-42D4-AEF7-64A16C882F43}" dt="2026-01-15T21:29:05.683" v="2554" actId="20577"/>
          <ac:spMkLst>
            <pc:docMk/>
            <pc:sldMk cId="3039593234" sldId="268"/>
            <ac:spMk id="8" creationId="{6E9900F5-A24E-896D-18AE-5ED3D891392F}"/>
          </ac:spMkLst>
        </pc:spChg>
        <pc:picChg chg="del">
          <ac:chgData name="Tommaso De Maria" userId="a1aff584-9d9f-4d83-9abb-8da82ee4de2e" providerId="ADAL" clId="{A0BF42A4-B355-42D4-AEF7-64A16C882F43}" dt="2026-01-15T21:29:25.373" v="2573" actId="478"/>
          <ac:picMkLst>
            <pc:docMk/>
            <pc:sldMk cId="3039593234" sldId="268"/>
            <ac:picMk id="4" creationId="{AEFAD197-2813-0833-9DD3-DB1A85368781}"/>
          </ac:picMkLst>
        </pc:picChg>
        <pc:picChg chg="del">
          <ac:chgData name="Tommaso De Maria" userId="a1aff584-9d9f-4d83-9abb-8da82ee4de2e" providerId="ADAL" clId="{A0BF42A4-B355-42D4-AEF7-64A16C882F43}" dt="2026-01-15T21:19:55.385" v="2373" actId="478"/>
          <ac:picMkLst>
            <pc:docMk/>
            <pc:sldMk cId="3039593234" sldId="268"/>
            <ac:picMk id="5" creationId="{08489969-A9F7-EBCA-7D08-0855868A0DBC}"/>
          </ac:picMkLst>
        </pc:picChg>
        <pc:picChg chg="add del mod">
          <ac:chgData name="Tommaso De Maria" userId="a1aff584-9d9f-4d83-9abb-8da82ee4de2e" providerId="ADAL" clId="{A0BF42A4-B355-42D4-AEF7-64A16C882F43}" dt="2026-01-15T21:21:26.954" v="2384" actId="478"/>
          <ac:picMkLst>
            <pc:docMk/>
            <pc:sldMk cId="3039593234" sldId="268"/>
            <ac:picMk id="7" creationId="{F83A1388-0CC9-72D2-5DE9-C06AABD01475}"/>
          </ac:picMkLst>
        </pc:picChg>
        <pc:picChg chg="add mod ord">
          <ac:chgData name="Tommaso De Maria" userId="a1aff584-9d9f-4d83-9abb-8da82ee4de2e" providerId="ADAL" clId="{A0BF42A4-B355-42D4-AEF7-64A16C882F43}" dt="2026-01-15T21:32:52.421" v="2604" actId="166"/>
          <ac:picMkLst>
            <pc:docMk/>
            <pc:sldMk cId="3039593234" sldId="268"/>
            <ac:picMk id="10" creationId="{B8CC5695-4051-022B-1427-8B92D1328E2E}"/>
          </ac:picMkLst>
        </pc:picChg>
        <pc:picChg chg="add del mod">
          <ac:chgData name="Tommaso De Maria" userId="a1aff584-9d9f-4d83-9abb-8da82ee4de2e" providerId="ADAL" clId="{A0BF42A4-B355-42D4-AEF7-64A16C882F43}" dt="2026-01-15T21:31:05.176" v="2578" actId="21"/>
          <ac:picMkLst>
            <pc:docMk/>
            <pc:sldMk cId="3039593234" sldId="268"/>
            <ac:picMk id="12" creationId="{5AA8EAA8-BCEF-FE1C-436F-4ECC8ED13DBE}"/>
          </ac:picMkLst>
        </pc:picChg>
        <pc:picChg chg="add mod modCrop">
          <ac:chgData name="Tommaso De Maria" userId="a1aff584-9d9f-4d83-9abb-8da82ee4de2e" providerId="ADAL" clId="{A0BF42A4-B355-42D4-AEF7-64A16C882F43}" dt="2026-01-15T21:32:48.996" v="2603" actId="14100"/>
          <ac:picMkLst>
            <pc:docMk/>
            <pc:sldMk cId="3039593234" sldId="268"/>
            <ac:picMk id="14" creationId="{9045ACEB-523C-BD50-8F3B-E47CC90FCD82}"/>
          </ac:picMkLst>
        </pc:picChg>
      </pc:sldChg>
      <pc:sldChg chg="addSp delSp modSp new mod ord">
        <pc:chgData name="Tommaso De Maria" userId="a1aff584-9d9f-4d83-9abb-8da82ee4de2e" providerId="ADAL" clId="{A0BF42A4-B355-42D4-AEF7-64A16C882F43}" dt="2026-01-15T21:32:27.675" v="2602" actId="6549"/>
        <pc:sldMkLst>
          <pc:docMk/>
          <pc:sldMk cId="2593806650" sldId="269"/>
        </pc:sldMkLst>
        <pc:spChg chg="mod">
          <ac:chgData name="Tommaso De Maria" userId="a1aff584-9d9f-4d83-9abb-8da82ee4de2e" providerId="ADAL" clId="{A0BF42A4-B355-42D4-AEF7-64A16C882F43}" dt="2026-01-15T21:23:06.354" v="2481" actId="20577"/>
          <ac:spMkLst>
            <pc:docMk/>
            <pc:sldMk cId="2593806650" sldId="269"/>
            <ac:spMk id="2" creationId="{9479EF7A-F3B1-4648-24F8-BF0E85C79201}"/>
          </ac:spMkLst>
        </pc:spChg>
        <pc:spChg chg="del">
          <ac:chgData name="Tommaso De Maria" userId="a1aff584-9d9f-4d83-9abb-8da82ee4de2e" providerId="ADAL" clId="{A0BF42A4-B355-42D4-AEF7-64A16C882F43}" dt="2026-01-15T21:23:24.600" v="2482"/>
          <ac:spMkLst>
            <pc:docMk/>
            <pc:sldMk cId="2593806650" sldId="269"/>
            <ac:spMk id="3" creationId="{16ED1F0E-E8E7-4DB3-A84A-FF539AE98782}"/>
          </ac:spMkLst>
        </pc:spChg>
        <pc:spChg chg="add mod">
          <ac:chgData name="Tommaso De Maria" userId="a1aff584-9d9f-4d83-9abb-8da82ee4de2e" providerId="ADAL" clId="{A0BF42A4-B355-42D4-AEF7-64A16C882F43}" dt="2026-01-15T21:32:27.675" v="2602" actId="6549"/>
          <ac:spMkLst>
            <pc:docMk/>
            <pc:sldMk cId="2593806650" sldId="269"/>
            <ac:spMk id="7" creationId="{0989FD09-3032-8BF6-FBB4-35EDB4EE6278}"/>
          </ac:spMkLst>
        </pc:spChg>
        <pc:spChg chg="add mod">
          <ac:chgData name="Tommaso De Maria" userId="a1aff584-9d9f-4d83-9abb-8da82ee4de2e" providerId="ADAL" clId="{A0BF42A4-B355-42D4-AEF7-64A16C882F43}" dt="2026-01-15T21:29:16.446" v="2569" actId="20577"/>
          <ac:spMkLst>
            <pc:docMk/>
            <pc:sldMk cId="2593806650" sldId="269"/>
            <ac:spMk id="10" creationId="{22BA3F8F-8033-524D-6485-C81DE9418601}"/>
          </ac:spMkLst>
        </pc:spChg>
        <pc:spChg chg="add mod">
          <ac:chgData name="Tommaso De Maria" userId="a1aff584-9d9f-4d83-9abb-8da82ee4de2e" providerId="ADAL" clId="{A0BF42A4-B355-42D4-AEF7-64A16C882F43}" dt="2026-01-15T21:28:44.137" v="2542"/>
          <ac:spMkLst>
            <pc:docMk/>
            <pc:sldMk cId="2593806650" sldId="269"/>
            <ac:spMk id="11" creationId="{8E00440C-5C2E-1CB6-FD39-C7004037AFEE}"/>
          </ac:spMkLst>
        </pc:spChg>
        <pc:spChg chg="add del mod">
          <ac:chgData name="Tommaso De Maria" userId="a1aff584-9d9f-4d83-9abb-8da82ee4de2e" providerId="ADAL" clId="{A0BF42A4-B355-42D4-AEF7-64A16C882F43}" dt="2026-01-15T21:31:08.529" v="2580" actId="478"/>
          <ac:spMkLst>
            <pc:docMk/>
            <pc:sldMk cId="2593806650" sldId="269"/>
            <ac:spMk id="13" creationId="{65319A34-8917-BDDB-B5E5-79EB64B99C5E}"/>
          </ac:spMkLst>
        </pc:spChg>
        <pc:picChg chg="add del mod">
          <ac:chgData name="Tommaso De Maria" userId="a1aff584-9d9f-4d83-9abb-8da82ee4de2e" providerId="ADAL" clId="{A0BF42A4-B355-42D4-AEF7-64A16C882F43}" dt="2026-01-15T21:29:20.507" v="2570" actId="478"/>
          <ac:picMkLst>
            <pc:docMk/>
            <pc:sldMk cId="2593806650" sldId="269"/>
            <ac:picMk id="4" creationId="{BBBD3084-A07B-7122-E36A-B309E64AE9EC}"/>
          </ac:picMkLst>
        </pc:picChg>
        <pc:picChg chg="add del mod">
          <ac:chgData name="Tommaso De Maria" userId="a1aff584-9d9f-4d83-9abb-8da82ee4de2e" providerId="ADAL" clId="{A0BF42A4-B355-42D4-AEF7-64A16C882F43}" dt="2026-01-15T21:28:19.847" v="2534" actId="478"/>
          <ac:picMkLst>
            <pc:docMk/>
            <pc:sldMk cId="2593806650" sldId="269"/>
            <ac:picMk id="6" creationId="{9D91E5C7-6025-D99E-B4E6-623D6738650F}"/>
          </ac:picMkLst>
        </pc:picChg>
        <pc:picChg chg="add mod ord">
          <ac:chgData name="Tommaso De Maria" userId="a1aff584-9d9f-4d83-9abb-8da82ee4de2e" providerId="ADAL" clId="{A0BF42A4-B355-42D4-AEF7-64A16C882F43}" dt="2026-01-15T21:31:16.767" v="2584" actId="1076"/>
          <ac:picMkLst>
            <pc:docMk/>
            <pc:sldMk cId="2593806650" sldId="269"/>
            <ac:picMk id="9" creationId="{154D45B1-5004-B9B4-7D8D-0CA620833236}"/>
          </ac:picMkLst>
        </pc:picChg>
        <pc:picChg chg="add mod modCrop">
          <ac:chgData name="Tommaso De Maria" userId="a1aff584-9d9f-4d83-9abb-8da82ee4de2e" providerId="ADAL" clId="{A0BF42A4-B355-42D4-AEF7-64A16C882F43}" dt="2026-01-15T21:32:14.064" v="2589" actId="732"/>
          <ac:picMkLst>
            <pc:docMk/>
            <pc:sldMk cId="2593806650" sldId="269"/>
            <ac:picMk id="14" creationId="{5AA8EAA8-BCEF-FE1C-436F-4ECC8ED13DBE}"/>
          </ac:picMkLst>
        </pc:picChg>
      </pc:sldChg>
      <pc:sldChg chg="modSp new mod">
        <pc:chgData name="Tommaso De Maria" userId="a1aff584-9d9f-4d83-9abb-8da82ee4de2e" providerId="ADAL" clId="{A0BF42A4-B355-42D4-AEF7-64A16C882F43}" dt="2026-01-16T13:30:33.473" v="3001" actId="20577"/>
        <pc:sldMkLst>
          <pc:docMk/>
          <pc:sldMk cId="534988393" sldId="270"/>
        </pc:sldMkLst>
        <pc:spChg chg="mod">
          <ac:chgData name="Tommaso De Maria" userId="a1aff584-9d9f-4d83-9abb-8da82ee4de2e" providerId="ADAL" clId="{A0BF42A4-B355-42D4-AEF7-64A16C882F43}" dt="2026-01-16T13:30:33.473" v="3001" actId="20577"/>
          <ac:spMkLst>
            <pc:docMk/>
            <pc:sldMk cId="534988393" sldId="270"/>
            <ac:spMk id="2" creationId="{16F29EF4-77C3-EAA8-4E27-316C8A19D8CE}"/>
          </ac:spMkLst>
        </pc:spChg>
        <pc:spChg chg="mod">
          <ac:chgData name="Tommaso De Maria" userId="a1aff584-9d9f-4d83-9abb-8da82ee4de2e" providerId="ADAL" clId="{A0BF42A4-B355-42D4-AEF7-64A16C882F43}" dt="2026-01-16T13:27:17.358" v="2996" actId="207"/>
          <ac:spMkLst>
            <pc:docMk/>
            <pc:sldMk cId="534988393" sldId="270"/>
            <ac:spMk id="3" creationId="{0CC25D08-55EE-AEA4-981C-E294541A6C5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794D6-3CAE-A8EC-7900-C32D5D51C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9A3AC-2C0A-0AFF-842D-8F0DA1D67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2822C-3B9E-AE64-C7CE-0BAAD2A1A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8E3C8-47FB-E408-9F5C-91A39BC5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0F485-2750-8802-AC4A-A466BAB63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2851-B559-CA3B-A7AE-A4BD40FC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FBB35-7193-D570-9A8E-8003A0927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6AA00-6B76-F7DF-7109-6FDEC4B65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72BE8-2996-88D7-2CE6-C6DA743EA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19916-A6C6-A1D5-76F3-E11A3ED2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25EC-CA93-D506-E38B-9AA01A13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6C432-C840-3E93-F032-627E7A004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BB588-0E2F-5E62-FAF8-8C2588293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0EE8B-70E5-D725-4D1A-965FB3A4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6B77-D182-799C-379B-30CF3CB8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4E5B-4128-3BEF-A8E4-8D595C31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01D33-8C4B-D497-1E60-CE8060EDC8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70970-BF3F-8698-9B0A-DC9E5C5DE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494C1-1798-54BC-CF29-C19A46C69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D609-042A-5D6B-D216-9826942C1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4A3EF-55C9-D833-DBCB-0FDE47E5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3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D1FA7-1F2D-15CA-9850-1F3B1A9C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1CB7E-A092-19A6-7D1E-29C5B9F83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A7FD1-DB83-4C54-E49E-DA7D647DD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3EE6F9-0DC5-8117-225B-9927CC97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8162B2-C360-7F28-7064-02263249F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0B8DA-ABBC-C5A1-14C8-E428216FB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2423D6-886D-1EFE-74EE-8B2442BF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A5FB9-4AC6-788A-E8CA-C683EAD1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76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7CA8-23DE-4CF6-BDAE-5E711CDA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127B5-2C51-F326-251B-F3A018B0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D4A9E-EAA6-7F8A-3A00-9141809A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BBDE8-1D50-17E3-806F-2E443DDB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8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BCAC9-1BFA-5202-38FB-7197130E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CF21F-281B-711D-9881-759553F9E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46258-5691-D3CC-2E37-03A93B54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6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8D48-5F04-8765-A41D-23F5A57D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45949-4269-0180-38C6-0443593E3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D6E24-22E7-D88F-B083-FF624C22D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B1F20-957B-92F5-FE81-26D6199C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814AD-8C5E-15FC-350D-40E769AAB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1B960-C723-4C91-ECAE-844CAC4D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42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1BB29-A015-6A40-8377-CDB6C7648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B1ACEF-0823-3F8B-67EC-C1AC063D3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7F6B1-382E-60AF-2E4E-BE0901F0F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F05AB-DF15-DC7F-64ED-6EDE4B91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3785C-5C72-6D59-5B7A-5EFB90D8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6FCC1-D4F6-1B5B-574C-EFC7BE095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4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8AB0A-BB22-981C-736C-60F96AFA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12D7D-D965-C77C-20D4-E3C06878C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34161-FC61-9414-114A-FA0A09E6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55C1-4199-DDD4-8CAB-1F9F9DBED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95CD2-1389-9CD6-D09F-09110090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0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51DF0-121A-E5AE-43CA-5130543291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9E329-6F81-6697-67E3-4CCE2917E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EC5EC-5D17-2687-69FC-7E27BD7E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2469F-5CAF-D166-3FFE-7E479E35E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F0677-D557-1851-82C7-D338391C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0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F040E-EBA1-6038-B76C-C0EB6CA1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DA81B-DD11-D6C1-D93F-7CE95051D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02606-D1CD-D72E-29BE-320D74CA3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849AD-8BA3-4A68-B491-2EFC390A1E6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88041-DA66-9FFF-B325-D27224546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C0580-EA58-68D7-EB8D-D43FB99A4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7415F-6084-4649-9BDB-52E36B371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68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21" Type="http://schemas.openxmlformats.org/officeDocument/2006/relationships/image" Target="../media/image7.png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16" Type="http://schemas.openxmlformats.org/officeDocument/2006/relationships/image" Target="../media/image5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.png"/><Relationship Id="rId15" Type="http://schemas.openxmlformats.org/officeDocument/2006/relationships/image" Target="../media/image6.png"/><Relationship Id="rId23" Type="http://schemas.openxmlformats.org/officeDocument/2006/relationships/image" Target="../media/image13.png"/><Relationship Id="rId19" Type="http://schemas.openxmlformats.org/officeDocument/2006/relationships/image" Target="../media/image10.png"/><Relationship Id="rId14" Type="http://schemas.openxmlformats.org/officeDocument/2006/relationships/image" Target="../media/image1.png"/><Relationship Id="rId22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21" Type="http://schemas.openxmlformats.org/officeDocument/2006/relationships/image" Target="../media/image32.png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image" Target="../media/image29.png"/><Relationship Id="rId16" Type="http://schemas.openxmlformats.org/officeDocument/2006/relationships/image" Target="../media/image31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.png"/><Relationship Id="rId15" Type="http://schemas.openxmlformats.org/officeDocument/2006/relationships/image" Target="../media/image6.png"/><Relationship Id="rId19" Type="http://schemas.openxmlformats.org/officeDocument/2006/relationships/image" Target="../media/image10.png"/><Relationship Id="rId14" Type="http://schemas.openxmlformats.org/officeDocument/2006/relationships/image" Target="../media/image30.png"/><Relationship Id="rId22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D8D0-69F7-CBFF-10AB-C921B5A5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MCK active control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10B8DE4-10FE-6543-F386-CE48D36127C1}"/>
              </a:ext>
            </a:extLst>
          </p:cNvPr>
          <p:cNvGrpSpPr/>
          <p:nvPr/>
        </p:nvGrpSpPr>
        <p:grpSpPr>
          <a:xfrm>
            <a:off x="2126897" y="2130878"/>
            <a:ext cx="7252004" cy="2019816"/>
            <a:chOff x="1792287" y="2208515"/>
            <a:chExt cx="7252004" cy="201981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2E4436-77B3-F833-56F6-C207A8D567CC}"/>
                </a:ext>
              </a:extLst>
            </p:cNvPr>
            <p:cNvGrpSpPr/>
            <p:nvPr/>
          </p:nvGrpSpPr>
          <p:grpSpPr>
            <a:xfrm>
              <a:off x="1792287" y="2208515"/>
              <a:ext cx="7252004" cy="2019816"/>
              <a:chOff x="2832540" y="2025134"/>
              <a:chExt cx="7252004" cy="2019816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1AE613B1-3025-0790-B2A0-93335698CE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2540" y="3119214"/>
                <a:ext cx="5400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A9FA9C1C-8125-523D-C266-7491C8BD49E1}"/>
                      </a:ext>
                    </a:extLst>
                  </p:cNvPr>
                  <p:cNvSpPr txBox="1"/>
                  <p:nvPr/>
                </p:nvSpPr>
                <p:spPr>
                  <a:xfrm>
                    <a:off x="2832540" y="2702685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𝑒𝑥𝑡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608A3B82-2D57-BCF9-9C2D-14BE661109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2540" y="2702685"/>
                    <a:ext cx="400050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" name="Connector: Elbow 5">
                <a:extLst>
                  <a:ext uri="{FF2B5EF4-FFF2-40B4-BE49-F238E27FC236}">
                    <a16:creationId xmlns:a16="http://schemas.microsoft.com/office/drawing/2014/main" id="{FA2C783C-9C1B-CA15-0282-D2CE8267B2B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4786624" y="2136922"/>
                <a:ext cx="552569" cy="550072"/>
              </a:xfrm>
              <a:prstGeom prst="bentConnector3">
                <a:avLst>
                  <a:gd name="adj1" fmla="val 100564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A1FBD3E1-DD45-4143-870A-09FD3631E663}"/>
                      </a:ext>
                    </a:extLst>
                  </p:cNvPr>
                  <p:cNvSpPr txBox="1"/>
                  <p:nvPr/>
                </p:nvSpPr>
                <p:spPr>
                  <a:xfrm>
                    <a:off x="4868829" y="2066573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B473CA1F-0583-721F-3DFB-3B253C8C21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8829" y="2066573"/>
                    <a:ext cx="400050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" name="Connector: Elbow 7">
                <a:extLst>
                  <a:ext uri="{FF2B5EF4-FFF2-40B4-BE49-F238E27FC236}">
                    <a16:creationId xmlns:a16="http://schemas.microsoft.com/office/drawing/2014/main" id="{28B69D48-8F78-0993-B48D-ED4B5B65C52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119693" y="2119430"/>
                <a:ext cx="552569" cy="550072"/>
              </a:xfrm>
              <a:prstGeom prst="bentConnector3">
                <a:avLst>
                  <a:gd name="adj1" fmla="val 100564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9BE9A64A-0B63-621D-466E-98760EA17D51}"/>
                      </a:ext>
                    </a:extLst>
                  </p:cNvPr>
                  <p:cNvSpPr txBox="1"/>
                  <p:nvPr/>
                </p:nvSpPr>
                <p:spPr>
                  <a:xfrm>
                    <a:off x="7195952" y="2025134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99E47960-5E17-E14A-4133-944FDE9818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95952" y="2025134"/>
                    <a:ext cx="400050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D582C005-4740-756C-B5A6-4675E25AB55C}"/>
                      </a:ext>
                    </a:extLst>
                  </p:cNvPr>
                  <p:cNvSpPr txBox="1"/>
                  <p:nvPr/>
                </p:nvSpPr>
                <p:spPr>
                  <a:xfrm>
                    <a:off x="8271647" y="2232927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D582C005-4740-756C-B5A6-4675E25AB5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1647" y="2232927"/>
                    <a:ext cx="400050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EF7BD81D-1B52-D28F-FB26-8A17E3DF400E}"/>
                      </a:ext>
                    </a:extLst>
                  </p:cNvPr>
                  <p:cNvSpPr txBox="1"/>
                  <p:nvPr/>
                </p:nvSpPr>
                <p:spPr>
                  <a:xfrm>
                    <a:off x="4075885" y="3535931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8247CF72-3774-30AE-60FD-EE6930356B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5885" y="3535931"/>
                    <a:ext cx="400050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A0512AD-5EF6-0501-70D2-D6407D5A4E90}"/>
                      </a:ext>
                    </a:extLst>
                  </p:cNvPr>
                  <p:cNvSpPr txBox="1"/>
                  <p:nvPr/>
                </p:nvSpPr>
                <p:spPr>
                  <a:xfrm>
                    <a:off x="6151562" y="2405618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A0512AD-5EF6-0501-70D2-D6407D5A4E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51562" y="2405618"/>
                    <a:ext cx="40005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CB1D8A9-2DE8-A6F3-CD21-E15E7F3C3388}"/>
                  </a:ext>
                </a:extLst>
              </p:cNvPr>
              <p:cNvSpPr/>
              <p:nvPr/>
            </p:nvSpPr>
            <p:spPr>
              <a:xfrm>
                <a:off x="4772546" y="2676525"/>
                <a:ext cx="966884" cy="990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2758E70-88AF-F25D-78AC-B36E1B35542E}"/>
                  </a:ext>
                </a:extLst>
              </p:cNvPr>
              <p:cNvSpPr/>
              <p:nvPr/>
            </p:nvSpPr>
            <p:spPr>
              <a:xfrm>
                <a:off x="7089459" y="2676525"/>
                <a:ext cx="966884" cy="990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65D9CF79-12C4-D0B0-4E9A-6479D1CA665E}"/>
                      </a:ext>
                    </a:extLst>
                  </p:cNvPr>
                  <p:cNvSpPr txBox="1"/>
                  <p:nvPr/>
                </p:nvSpPr>
                <p:spPr>
                  <a:xfrm>
                    <a:off x="5042103" y="2942655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5F12CC48-4E42-AE9B-1F26-204AD096E5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2103" y="2942655"/>
                    <a:ext cx="40005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F6A9F148-03BE-C455-AC9B-10F2ABCDCDA2}"/>
                      </a:ext>
                    </a:extLst>
                  </p:cNvPr>
                  <p:cNvSpPr txBox="1"/>
                  <p:nvPr/>
                </p:nvSpPr>
                <p:spPr>
                  <a:xfrm>
                    <a:off x="7372876" y="2942655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1B41E1DB-C1C5-13C0-96E2-155328FE3E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72876" y="2942655"/>
                    <a:ext cx="40005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D2A389B7-3468-C260-253D-DA3353A5E89C}"/>
                  </a:ext>
                </a:extLst>
              </p:cNvPr>
              <p:cNvGrpSpPr/>
              <p:nvPr/>
            </p:nvGrpSpPr>
            <p:grpSpPr>
              <a:xfrm>
                <a:off x="5734050" y="2744775"/>
                <a:ext cx="1365982" cy="557212"/>
                <a:chOff x="5753100" y="4183050"/>
                <a:chExt cx="1365982" cy="557212"/>
              </a:xfrm>
            </p:grpSpPr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0E37B062-AF3F-7EF4-E393-896D57BDFC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3100" y="4480706"/>
                  <a:ext cx="236220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4E3AC332-1ABA-DE68-EFBD-F3DC91D7E49A}"/>
                    </a:ext>
                  </a:extLst>
                </p:cNvPr>
                <p:cNvCxnSpPr/>
                <p:nvPr/>
              </p:nvCxnSpPr>
              <p:spPr>
                <a:xfrm flipV="1">
                  <a:off x="5988844" y="4183050"/>
                  <a:ext cx="135731" cy="2976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D1E51CE2-E94A-A6BB-459D-CC06A5BEB4AC}"/>
                    </a:ext>
                  </a:extLst>
                </p:cNvPr>
                <p:cNvCxnSpPr/>
                <p:nvPr/>
              </p:nvCxnSpPr>
              <p:spPr>
                <a:xfrm>
                  <a:off x="6129338" y="4183050"/>
                  <a:ext cx="183356" cy="557212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21C473F6-2773-9D11-6D27-3DE49FA2A646}"/>
                    </a:ext>
                  </a:extLst>
                </p:cNvPr>
                <p:cNvCxnSpPr/>
                <p:nvPr/>
              </p:nvCxnSpPr>
              <p:spPr>
                <a:xfrm flipV="1">
                  <a:off x="6319838" y="4183050"/>
                  <a:ext cx="133350" cy="557212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65C13F07-AC68-4671-AA61-4A1F44707F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57950" y="4183050"/>
                  <a:ext cx="165639" cy="557212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C019DDAE-4B0E-1DDC-1727-03A466A29C87}"/>
                    </a:ext>
                  </a:extLst>
                </p:cNvPr>
                <p:cNvCxnSpPr/>
                <p:nvPr/>
              </p:nvCxnSpPr>
              <p:spPr>
                <a:xfrm flipV="1">
                  <a:off x="6623589" y="4183050"/>
                  <a:ext cx="186786" cy="557212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EBB80AE1-EE43-83C1-E882-C9A66CE84F5B}"/>
                    </a:ext>
                  </a:extLst>
                </p:cNvPr>
                <p:cNvCxnSpPr/>
                <p:nvPr/>
              </p:nvCxnSpPr>
              <p:spPr>
                <a:xfrm>
                  <a:off x="6810375" y="4183050"/>
                  <a:ext cx="93918" cy="2976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B150C61C-4451-4683-5DD2-DC2C9E9408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4293" y="4480706"/>
                  <a:ext cx="214789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CF19B12-BA2A-568C-4375-08851F369AF0}"/>
                  </a:ext>
                </a:extLst>
              </p:cNvPr>
              <p:cNvGrpSpPr/>
              <p:nvPr/>
            </p:nvGrpSpPr>
            <p:grpSpPr>
              <a:xfrm>
                <a:off x="3697649" y="2676538"/>
                <a:ext cx="1080183" cy="515091"/>
                <a:chOff x="3716699" y="4114813"/>
                <a:chExt cx="1080183" cy="515091"/>
              </a:xfrm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F93495D5-3153-B413-83BE-261547B994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16699" y="4389969"/>
                  <a:ext cx="180675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881C4EC0-9A1B-2C02-3FCF-DA0FF16B0D52}"/>
                    </a:ext>
                  </a:extLst>
                </p:cNvPr>
                <p:cNvCxnSpPr/>
                <p:nvPr/>
              </p:nvCxnSpPr>
              <p:spPr>
                <a:xfrm flipV="1">
                  <a:off x="3896995" y="4114813"/>
                  <a:ext cx="108068" cy="2751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BA6FA60D-714C-5082-3833-0BACC84C377B}"/>
                    </a:ext>
                  </a:extLst>
                </p:cNvPr>
                <p:cNvCxnSpPr/>
                <p:nvPr/>
              </p:nvCxnSpPr>
              <p:spPr>
                <a:xfrm>
                  <a:off x="4008855" y="4114813"/>
                  <a:ext cx="145987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F3A3C811-F7FC-71D3-6A2B-7B9B95CED917}"/>
                    </a:ext>
                  </a:extLst>
                </p:cNvPr>
                <p:cNvCxnSpPr/>
                <p:nvPr/>
              </p:nvCxnSpPr>
              <p:spPr>
                <a:xfrm flipV="1">
                  <a:off x="4160530" y="4114813"/>
                  <a:ext cx="106172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B3AFFCC4-5649-0518-B9EC-CE5AB70CC8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0494" y="4114813"/>
                  <a:ext cx="131881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1CE192F0-B834-6FED-A14A-6ED0EB429318}"/>
                    </a:ext>
                  </a:extLst>
                </p:cNvPr>
                <p:cNvCxnSpPr/>
                <p:nvPr/>
              </p:nvCxnSpPr>
              <p:spPr>
                <a:xfrm flipV="1">
                  <a:off x="4402374" y="4114813"/>
                  <a:ext cx="148718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647F6036-E9E9-AE9F-F505-9A668B803AAD}"/>
                    </a:ext>
                  </a:extLst>
                </p:cNvPr>
                <p:cNvCxnSpPr/>
                <p:nvPr/>
              </p:nvCxnSpPr>
              <p:spPr>
                <a:xfrm>
                  <a:off x="4551092" y="4114813"/>
                  <a:ext cx="74777" cy="2751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0C2D004E-88B5-F07D-C98A-0FDF577DEA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25869" y="4389969"/>
                  <a:ext cx="171013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957411D-1718-044D-8DEB-B39A5CBE90D0}"/>
                  </a:ext>
                </a:extLst>
              </p:cNvPr>
              <p:cNvGrpSpPr/>
              <p:nvPr/>
            </p:nvGrpSpPr>
            <p:grpSpPr>
              <a:xfrm>
                <a:off x="3697270" y="3371850"/>
                <a:ext cx="1075276" cy="195263"/>
                <a:chOff x="3716320" y="4810125"/>
                <a:chExt cx="1075276" cy="195263"/>
              </a:xfrm>
            </p:grpSpPr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0FF64D48-5E7A-552B-C614-6BF950A745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16320" y="4906706"/>
                  <a:ext cx="524686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585B214C-1539-B63D-9278-A9A490722A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81977" y="4912519"/>
                  <a:ext cx="40961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E1E664B-3AF0-29ED-9982-2D7EF972EA7F}"/>
                    </a:ext>
                  </a:extLst>
                </p:cNvPr>
                <p:cNvCxnSpPr/>
                <p:nvPr/>
              </p:nvCxnSpPr>
              <p:spPr>
                <a:xfrm>
                  <a:off x="4241006" y="4817269"/>
                  <a:ext cx="0" cy="1881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4E8560A5-77AA-7AB9-F712-DF4108FA9383}"/>
                    </a:ext>
                  </a:extLst>
                </p:cNvPr>
                <p:cNvCxnSpPr/>
                <p:nvPr/>
              </p:nvCxnSpPr>
              <p:spPr>
                <a:xfrm>
                  <a:off x="4154842" y="4810125"/>
                  <a:ext cx="22713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188DE29E-68BE-935D-9D59-1F997129352C}"/>
                    </a:ext>
                  </a:extLst>
                </p:cNvPr>
                <p:cNvCxnSpPr/>
                <p:nvPr/>
              </p:nvCxnSpPr>
              <p:spPr>
                <a:xfrm>
                  <a:off x="4381977" y="4817269"/>
                  <a:ext cx="0" cy="1881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143B7E3-7305-3C66-BE82-962434AFDD98}"/>
                    </a:ext>
                  </a:extLst>
                </p:cNvPr>
                <p:cNvCxnSpPr/>
                <p:nvPr/>
              </p:nvCxnSpPr>
              <p:spPr>
                <a:xfrm flipH="1">
                  <a:off x="4154842" y="5005388"/>
                  <a:ext cx="22713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817D2B5-FF4B-ABB0-1B18-7D197F8E2888}"/>
                  </a:ext>
                </a:extLst>
              </p:cNvPr>
              <p:cNvGrpSpPr/>
              <p:nvPr/>
            </p:nvGrpSpPr>
            <p:grpSpPr>
              <a:xfrm>
                <a:off x="8056343" y="2657528"/>
                <a:ext cx="1080183" cy="515091"/>
                <a:chOff x="3716699" y="4114813"/>
                <a:chExt cx="1080183" cy="515091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C03E60DA-07AE-CB81-C9D5-D8B2455E4A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16699" y="4389969"/>
                  <a:ext cx="180675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E637945A-C43C-30E9-44CA-848C39045C2B}"/>
                    </a:ext>
                  </a:extLst>
                </p:cNvPr>
                <p:cNvCxnSpPr/>
                <p:nvPr/>
              </p:nvCxnSpPr>
              <p:spPr>
                <a:xfrm flipV="1">
                  <a:off x="3896995" y="4114813"/>
                  <a:ext cx="108068" cy="2751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49A2ECE6-CBD6-1736-A8FB-5D833D9C7831}"/>
                    </a:ext>
                  </a:extLst>
                </p:cNvPr>
                <p:cNvCxnSpPr/>
                <p:nvPr/>
              </p:nvCxnSpPr>
              <p:spPr>
                <a:xfrm>
                  <a:off x="4008855" y="4114813"/>
                  <a:ext cx="145987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B1C5C2D4-3ED7-99D6-BCAC-A24313E5437B}"/>
                    </a:ext>
                  </a:extLst>
                </p:cNvPr>
                <p:cNvCxnSpPr/>
                <p:nvPr/>
              </p:nvCxnSpPr>
              <p:spPr>
                <a:xfrm flipV="1">
                  <a:off x="4160530" y="4114813"/>
                  <a:ext cx="106172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A03BDAF-63DA-4C63-A8D1-B1BA029893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0494" y="4114813"/>
                  <a:ext cx="131881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F9EBF43F-E1A7-3023-B6E3-7420A083BF67}"/>
                    </a:ext>
                  </a:extLst>
                </p:cNvPr>
                <p:cNvCxnSpPr/>
                <p:nvPr/>
              </p:nvCxnSpPr>
              <p:spPr>
                <a:xfrm flipV="1">
                  <a:off x="4402374" y="4114813"/>
                  <a:ext cx="148718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7632B143-F6B0-1066-4E43-A98CDDE943C0}"/>
                    </a:ext>
                  </a:extLst>
                </p:cNvPr>
                <p:cNvCxnSpPr/>
                <p:nvPr/>
              </p:nvCxnSpPr>
              <p:spPr>
                <a:xfrm>
                  <a:off x="4551092" y="4114813"/>
                  <a:ext cx="74777" cy="2751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F3D1A49B-3C04-4DC7-ED79-3976E033C0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25869" y="4389969"/>
                  <a:ext cx="171013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F3C5B94-1257-D746-7E72-E9DB3D4F7D06}"/>
                  </a:ext>
                </a:extLst>
              </p:cNvPr>
              <p:cNvGrpSpPr/>
              <p:nvPr/>
            </p:nvGrpSpPr>
            <p:grpSpPr>
              <a:xfrm flipH="1">
                <a:off x="8068708" y="3344575"/>
                <a:ext cx="1075276" cy="195263"/>
                <a:chOff x="3716320" y="4810125"/>
                <a:chExt cx="1075276" cy="195263"/>
              </a:xfrm>
            </p:grpSpPr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4F9A6E3B-D412-38ED-5A00-A14805B569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16320" y="4906706"/>
                  <a:ext cx="524686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0EA91601-524F-2AE6-4F3B-C48FB39E78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81977" y="4912519"/>
                  <a:ext cx="40961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B78B2378-045A-3450-18B6-CE0AF964E63A}"/>
                    </a:ext>
                  </a:extLst>
                </p:cNvPr>
                <p:cNvCxnSpPr/>
                <p:nvPr/>
              </p:nvCxnSpPr>
              <p:spPr>
                <a:xfrm>
                  <a:off x="4241006" y="4817269"/>
                  <a:ext cx="0" cy="1881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C5E9B5DC-EF81-175E-B9E9-182150355E5B}"/>
                    </a:ext>
                  </a:extLst>
                </p:cNvPr>
                <p:cNvCxnSpPr/>
                <p:nvPr/>
              </p:nvCxnSpPr>
              <p:spPr>
                <a:xfrm>
                  <a:off x="4154842" y="4810125"/>
                  <a:ext cx="22713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B8F92A85-EA32-57C0-C878-C1BE7B2830BF}"/>
                    </a:ext>
                  </a:extLst>
                </p:cNvPr>
                <p:cNvCxnSpPr/>
                <p:nvPr/>
              </p:nvCxnSpPr>
              <p:spPr>
                <a:xfrm>
                  <a:off x="4381977" y="4817269"/>
                  <a:ext cx="0" cy="1881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036E277E-0254-38B9-247A-88A0A8CC38A1}"/>
                    </a:ext>
                  </a:extLst>
                </p:cNvPr>
                <p:cNvCxnSpPr/>
                <p:nvPr/>
              </p:nvCxnSpPr>
              <p:spPr>
                <a:xfrm flipH="1">
                  <a:off x="4154842" y="5005388"/>
                  <a:ext cx="22713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28BBB68-CE92-3471-D4FE-07BEABE6C216}"/>
                  </a:ext>
                </a:extLst>
              </p:cNvPr>
              <p:cNvGrpSpPr/>
              <p:nvPr/>
            </p:nvGrpSpPr>
            <p:grpSpPr>
              <a:xfrm>
                <a:off x="3471086" y="2181225"/>
                <a:ext cx="226184" cy="1854200"/>
                <a:chOff x="3490136" y="3619500"/>
                <a:chExt cx="226184" cy="1854200"/>
              </a:xfrm>
            </p:grpSpPr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A0ED1F2-8B23-FBA7-85A0-EA2A9556ED70}"/>
                    </a:ext>
                  </a:extLst>
                </p:cNvPr>
                <p:cNvCxnSpPr/>
                <p:nvPr/>
              </p:nvCxnSpPr>
              <p:spPr>
                <a:xfrm>
                  <a:off x="3705225" y="3638550"/>
                  <a:ext cx="0" cy="183515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397051BC-26A2-50BC-A64D-88D18AC1B90B}"/>
                    </a:ext>
                  </a:extLst>
                </p:cNvPr>
                <p:cNvCxnSpPr/>
                <p:nvPr/>
              </p:nvCxnSpPr>
              <p:spPr>
                <a:xfrm flipH="1" flipV="1">
                  <a:off x="3508375" y="36195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C5EB3CDB-6DE8-B659-6604-F92A111CE3F7}"/>
                    </a:ext>
                  </a:extLst>
                </p:cNvPr>
                <p:cNvCxnSpPr/>
                <p:nvPr/>
              </p:nvCxnSpPr>
              <p:spPr>
                <a:xfrm flipH="1" flipV="1">
                  <a:off x="3497280" y="3817715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6B7AEF72-6D2A-64F0-D45C-3F3812886DFB}"/>
                    </a:ext>
                  </a:extLst>
                </p:cNvPr>
                <p:cNvCxnSpPr/>
                <p:nvPr/>
              </p:nvCxnSpPr>
              <p:spPr>
                <a:xfrm flipH="1" flipV="1">
                  <a:off x="3493602" y="40259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8F9163FC-FB56-53CF-7ADE-CD4FB3AD044E}"/>
                    </a:ext>
                  </a:extLst>
                </p:cNvPr>
                <p:cNvCxnSpPr/>
                <p:nvPr/>
              </p:nvCxnSpPr>
              <p:spPr>
                <a:xfrm flipH="1" flipV="1">
                  <a:off x="3490136" y="429203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F98EE610-612F-CB1E-A1D7-3A312BA98CFE}"/>
                    </a:ext>
                  </a:extLst>
                </p:cNvPr>
                <p:cNvCxnSpPr/>
                <p:nvPr/>
              </p:nvCxnSpPr>
              <p:spPr>
                <a:xfrm flipH="1" flipV="1">
                  <a:off x="3502762" y="45212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C68A16A1-E27E-13D7-5A5D-4897ABEA36BD}"/>
                    </a:ext>
                  </a:extLst>
                </p:cNvPr>
                <p:cNvCxnSpPr/>
                <p:nvPr/>
              </p:nvCxnSpPr>
              <p:spPr>
                <a:xfrm flipH="1" flipV="1">
                  <a:off x="3497890" y="4766345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0F037C26-2B42-55FA-33F8-080565803457}"/>
                    </a:ext>
                  </a:extLst>
                </p:cNvPr>
                <p:cNvCxnSpPr/>
                <p:nvPr/>
              </p:nvCxnSpPr>
              <p:spPr>
                <a:xfrm flipH="1" flipV="1">
                  <a:off x="3494872" y="4983669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88DD3DE6-1AF4-3BF0-29C4-31B5DF68C98E}"/>
                    </a:ext>
                  </a:extLst>
                </p:cNvPr>
                <p:cNvCxnSpPr/>
                <p:nvPr/>
              </p:nvCxnSpPr>
              <p:spPr>
                <a:xfrm flipH="1" flipV="1">
                  <a:off x="3490136" y="519373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FF089F6-9948-DE06-2BBC-F9C5583F98FA}"/>
                  </a:ext>
                </a:extLst>
              </p:cNvPr>
              <p:cNvGrpSpPr/>
              <p:nvPr/>
            </p:nvGrpSpPr>
            <p:grpSpPr>
              <a:xfrm flipH="1">
                <a:off x="9120943" y="2190750"/>
                <a:ext cx="226184" cy="1854200"/>
                <a:chOff x="3490136" y="3619500"/>
                <a:chExt cx="226184" cy="1854200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E5174F3-AD2C-F7DF-624F-13B48840898C}"/>
                    </a:ext>
                  </a:extLst>
                </p:cNvPr>
                <p:cNvCxnSpPr/>
                <p:nvPr/>
              </p:nvCxnSpPr>
              <p:spPr>
                <a:xfrm>
                  <a:off x="3705225" y="3638550"/>
                  <a:ext cx="0" cy="183515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91E9A460-E7E1-9CD1-71F9-BDC944A79BAC}"/>
                    </a:ext>
                  </a:extLst>
                </p:cNvPr>
                <p:cNvCxnSpPr/>
                <p:nvPr/>
              </p:nvCxnSpPr>
              <p:spPr>
                <a:xfrm flipH="1" flipV="1">
                  <a:off x="3508375" y="36195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CF21536A-7DD9-479E-6679-BBFF61149B9A}"/>
                    </a:ext>
                  </a:extLst>
                </p:cNvPr>
                <p:cNvCxnSpPr/>
                <p:nvPr/>
              </p:nvCxnSpPr>
              <p:spPr>
                <a:xfrm flipH="1" flipV="1">
                  <a:off x="3497280" y="3817715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13EF0929-1F3A-DCA2-E557-8044C3F8C9F2}"/>
                    </a:ext>
                  </a:extLst>
                </p:cNvPr>
                <p:cNvCxnSpPr/>
                <p:nvPr/>
              </p:nvCxnSpPr>
              <p:spPr>
                <a:xfrm flipH="1" flipV="1">
                  <a:off x="3493602" y="40259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694FD671-EED2-6FE6-38AE-4C44B60BC358}"/>
                    </a:ext>
                  </a:extLst>
                </p:cNvPr>
                <p:cNvCxnSpPr/>
                <p:nvPr/>
              </p:nvCxnSpPr>
              <p:spPr>
                <a:xfrm flipH="1" flipV="1">
                  <a:off x="3490136" y="429203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BC5DCE8-A364-667E-C485-4B32B433E8D0}"/>
                    </a:ext>
                  </a:extLst>
                </p:cNvPr>
                <p:cNvCxnSpPr/>
                <p:nvPr/>
              </p:nvCxnSpPr>
              <p:spPr>
                <a:xfrm flipH="1" flipV="1">
                  <a:off x="3502762" y="45212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1D86DD61-55B9-D30A-F305-89C39FBDA4FB}"/>
                    </a:ext>
                  </a:extLst>
                </p:cNvPr>
                <p:cNvCxnSpPr/>
                <p:nvPr/>
              </p:nvCxnSpPr>
              <p:spPr>
                <a:xfrm flipH="1" flipV="1">
                  <a:off x="3497890" y="4766345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871046AF-1AC6-C445-2FCA-A18AAC716375}"/>
                    </a:ext>
                  </a:extLst>
                </p:cNvPr>
                <p:cNvCxnSpPr/>
                <p:nvPr/>
              </p:nvCxnSpPr>
              <p:spPr>
                <a:xfrm flipH="1" flipV="1">
                  <a:off x="3494872" y="4983669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268E64A5-1FCE-4726-E576-CC97CCE72F06}"/>
                    </a:ext>
                  </a:extLst>
                </p:cNvPr>
                <p:cNvCxnSpPr/>
                <p:nvPr/>
              </p:nvCxnSpPr>
              <p:spPr>
                <a:xfrm flipH="1" flipV="1">
                  <a:off x="3490136" y="519373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B9D1637-86E5-F8EC-A9A0-505B927509EB}"/>
                      </a:ext>
                    </a:extLst>
                  </p:cNvPr>
                  <p:cNvSpPr txBox="1"/>
                  <p:nvPr/>
                </p:nvSpPr>
                <p:spPr>
                  <a:xfrm>
                    <a:off x="8347446" y="3643399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146A100D-7C16-452C-05B5-B4980A4321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7446" y="3643399"/>
                    <a:ext cx="400050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C6DB64C-4CB7-DE26-0418-772AB8729A7B}"/>
                      </a:ext>
                    </a:extLst>
                  </p:cNvPr>
                  <p:cNvSpPr txBox="1"/>
                  <p:nvPr/>
                </p:nvSpPr>
                <p:spPr>
                  <a:xfrm>
                    <a:off x="4104535" y="2240935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E526D36-6E89-8209-E7DE-65D7E24AFA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4535" y="2240935"/>
                    <a:ext cx="40005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529C1A1-BD10-C5A2-5381-01285488C51C}"/>
                      </a:ext>
                    </a:extLst>
                  </p:cNvPr>
                  <p:cNvSpPr txBox="1"/>
                  <p:nvPr/>
                </p:nvSpPr>
                <p:spPr>
                  <a:xfrm>
                    <a:off x="6250540" y="3489337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529C1A1-BD10-C5A2-5381-01285488C5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0540" y="3489337"/>
                    <a:ext cx="400050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80FC03D4-6CAD-3F0C-F1B7-06A0547337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44446" y="3084214"/>
                <a:ext cx="540098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C9F92DB6-D043-9673-6E87-E1E627972551}"/>
                      </a:ext>
                    </a:extLst>
                  </p:cNvPr>
                  <p:cNvSpPr txBox="1"/>
                  <p:nvPr/>
                </p:nvSpPr>
                <p:spPr>
                  <a:xfrm>
                    <a:off x="9544446" y="2667685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n-US" b="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C9F92DB6-D043-9673-6E87-E1E6279725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4446" y="2667685"/>
                    <a:ext cx="400050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257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82534A54-8C2E-4764-AA3B-1FF0F6281ACB}"/>
                </a:ext>
              </a:extLst>
            </p:cNvPr>
            <p:cNvGrpSpPr/>
            <p:nvPr/>
          </p:nvGrpSpPr>
          <p:grpSpPr>
            <a:xfrm>
              <a:off x="4711940" y="3576137"/>
              <a:ext cx="1363889" cy="195263"/>
              <a:chOff x="5681929" y="2939349"/>
              <a:chExt cx="1363889" cy="195263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D05BDB7B-6D0F-3F96-35D8-0DFCB1E216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0302" y="3035930"/>
                <a:ext cx="66551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DDE343F4-CDBF-062E-A9BF-CC7E28ED51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929" y="3041743"/>
                <a:ext cx="51956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AC3C03D5-2159-D830-E470-5E1A2D5E1B59}"/>
                  </a:ext>
                </a:extLst>
              </p:cNvPr>
              <p:cNvCxnSpPr/>
              <p:nvPr/>
            </p:nvCxnSpPr>
            <p:spPr>
              <a:xfrm flipH="1">
                <a:off x="6380302" y="2946493"/>
                <a:ext cx="0" cy="188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21E3E6D-A32F-90E2-4F66-61F84252F5C6}"/>
                  </a:ext>
                </a:extLst>
              </p:cNvPr>
              <p:cNvCxnSpPr/>
              <p:nvPr/>
            </p:nvCxnSpPr>
            <p:spPr>
              <a:xfrm flipH="1">
                <a:off x="6201493" y="2939349"/>
                <a:ext cx="2881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19C9596-4116-EB10-1158-0BBB200BE57B}"/>
                  </a:ext>
                </a:extLst>
              </p:cNvPr>
              <p:cNvCxnSpPr/>
              <p:nvPr/>
            </p:nvCxnSpPr>
            <p:spPr>
              <a:xfrm flipH="1">
                <a:off x="6201493" y="2946493"/>
                <a:ext cx="0" cy="188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D8B5987-6819-A32E-1953-6FEF4B4D469B}"/>
                  </a:ext>
                </a:extLst>
              </p:cNvPr>
              <p:cNvCxnSpPr/>
              <p:nvPr/>
            </p:nvCxnSpPr>
            <p:spPr>
              <a:xfrm>
                <a:off x="6201493" y="3134612"/>
                <a:ext cx="2881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92" name="Picture 91">
            <a:extLst>
              <a:ext uri="{FF2B5EF4-FFF2-40B4-BE49-F238E27FC236}">
                <a16:creationId xmlns:a16="http://schemas.microsoft.com/office/drawing/2014/main" id="{0D0BB5C7-122A-2876-E5E9-7CA9604A991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89314" y="4334990"/>
            <a:ext cx="7600824" cy="132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9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3B0BCF-A141-D831-3096-15C40973BC29}"/>
                  </a:ext>
                </a:extLst>
              </p:cNvPr>
              <p:cNvSpPr txBox="1"/>
              <p:nvPr/>
            </p:nvSpPr>
            <p:spPr>
              <a:xfrm>
                <a:off x="8725619" y="1971758"/>
                <a:ext cx="2445588" cy="388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𝐿𝑄𝑅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3B0BCF-A141-D831-3096-15C40973B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619" y="1971758"/>
                <a:ext cx="2445588" cy="388889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7DCD71-17F4-B4FB-0A42-DA7AECFB658C}"/>
                  </a:ext>
                </a:extLst>
              </p:cNvPr>
              <p:cNvSpPr txBox="1"/>
              <p:nvPr/>
            </p:nvSpPr>
            <p:spPr>
              <a:xfrm>
                <a:off x="8725619" y="1504583"/>
                <a:ext cx="23463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7DCD71-17F4-B4FB-0A42-DA7AECFB6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619" y="1504583"/>
                <a:ext cx="234638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888954-423C-D0D2-422F-51567652F3AD}"/>
                  </a:ext>
                </a:extLst>
              </p:cNvPr>
              <p:cNvSpPr txBox="1"/>
              <p:nvPr/>
            </p:nvSpPr>
            <p:spPr>
              <a:xfrm>
                <a:off x="7821283" y="2491057"/>
                <a:ext cx="3843068" cy="388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𝑳𝑸𝑹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b="1" dirty="0"/>
                  <a:t>[-29.62, -7.29, -16.82, -5.68]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888954-423C-D0D2-422F-51567652F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283" y="2491057"/>
                <a:ext cx="3843068" cy="388889"/>
              </a:xfrm>
              <a:prstGeom prst="rect">
                <a:avLst/>
              </a:prstGeom>
              <a:blipFill>
                <a:blip r:embed="rId4"/>
                <a:stretch>
                  <a:fillRect t="-6349" r="-159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37E70CC-E2D3-4BB9-703C-3FC375525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80" y="2070224"/>
            <a:ext cx="7141072" cy="34664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C67C6F-9EDE-3046-114F-964F028918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9614"/>
          <a:stretch>
            <a:fillRect/>
          </a:stretch>
        </p:blipFill>
        <p:spPr>
          <a:xfrm>
            <a:off x="5698934" y="3744899"/>
            <a:ext cx="5965417" cy="31017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F9E99B4-3959-289D-6F3B-5D8C2BE8771B}"/>
              </a:ext>
            </a:extLst>
          </p:cNvPr>
          <p:cNvSpPr txBox="1"/>
          <p:nvPr/>
        </p:nvSpPr>
        <p:spPr>
          <a:xfrm>
            <a:off x="595223" y="276045"/>
            <a:ext cx="5037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1) I found the best K with LQR.</a:t>
            </a:r>
          </a:p>
        </p:txBody>
      </p:sp>
    </p:spTree>
    <p:extLst>
      <p:ext uri="{BB962C8B-B14F-4D97-AF65-F5344CB8AC3E}">
        <p14:creationId xmlns:p14="http://schemas.microsoft.com/office/powerpoint/2010/main" val="93528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C846CF-0BA8-28D1-1B1B-66B35085585D}"/>
                  </a:ext>
                </a:extLst>
              </p:cNvPr>
              <p:cNvSpPr txBox="1"/>
              <p:nvPr/>
            </p:nvSpPr>
            <p:spPr>
              <a:xfrm>
                <a:off x="6784677" y="1321356"/>
                <a:ext cx="4636697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𝒂𝒅𝒋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= [11.65, 20.57, 0.09, 10.18]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C846CF-0BA8-28D1-1B1B-66B350855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77" y="1321356"/>
                <a:ext cx="4636697" cy="395621"/>
              </a:xfrm>
              <a:prstGeom prst="rect">
                <a:avLst/>
              </a:prstGeom>
              <a:blipFill>
                <a:blip r:embed="rId2"/>
                <a:stretch>
                  <a:fillRect t="-615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D304C41-9385-1FBF-6CC7-926A986BC772}"/>
              </a:ext>
            </a:extLst>
          </p:cNvPr>
          <p:cNvSpPr txBox="1"/>
          <p:nvPr/>
        </p:nvSpPr>
        <p:spPr>
          <a:xfrm>
            <a:off x="7793967" y="952024"/>
            <a:ext cx="3506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K0 = [0,0,0,0]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E4DDFD-8978-8306-1E95-F91DC973A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5" y="1982683"/>
            <a:ext cx="7091477" cy="34433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79DFB2-4822-880D-F9BF-11DE992172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7086"/>
          <a:stretch>
            <a:fillRect/>
          </a:stretch>
        </p:blipFill>
        <p:spPr>
          <a:xfrm>
            <a:off x="5351876" y="3429000"/>
            <a:ext cx="6569830" cy="33345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2A91232-D823-52A8-110C-03B2097B387A}"/>
              </a:ext>
            </a:extLst>
          </p:cNvPr>
          <p:cNvSpPr txBox="1"/>
          <p:nvPr/>
        </p:nvSpPr>
        <p:spPr>
          <a:xfrm>
            <a:off x="595223" y="276045"/>
            <a:ext cx="5037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2) I set up the adjoint based optimal control to find the best K.</a:t>
            </a:r>
            <a:br>
              <a:rPr lang="en-US" b="1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I used L-BFGS starting with initial cond. K0=0</a:t>
            </a:r>
          </a:p>
        </p:txBody>
      </p:sp>
    </p:spTree>
    <p:extLst>
      <p:ext uri="{BB962C8B-B14F-4D97-AF65-F5344CB8AC3E}">
        <p14:creationId xmlns:p14="http://schemas.microsoft.com/office/powerpoint/2010/main" val="423847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BF5AB3F-D5CB-31D5-997D-FDC113D51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6" y="1675764"/>
            <a:ext cx="7271074" cy="35064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E451BE-908B-1AD4-BE08-0F47FD75848D}"/>
              </a:ext>
            </a:extLst>
          </p:cNvPr>
          <p:cNvSpPr txBox="1"/>
          <p:nvPr/>
        </p:nvSpPr>
        <p:spPr>
          <a:xfrm>
            <a:off x="8238474" y="1544458"/>
            <a:ext cx="3571331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Cost function:  </a:t>
            </a:r>
            <a:r>
              <a:rPr lang="en-US" dirty="0" err="1"/>
              <a:t>K_adj</a:t>
            </a:r>
            <a:r>
              <a:rPr lang="en-US" dirty="0"/>
              <a:t> 45.09</a:t>
            </a:r>
          </a:p>
          <a:p>
            <a:r>
              <a:rPr lang="en-US" dirty="0"/>
              <a:t>Cost function:  </a:t>
            </a:r>
            <a:r>
              <a:rPr lang="en-US" dirty="0" err="1"/>
              <a:t>K_lqr</a:t>
            </a:r>
            <a:r>
              <a:rPr lang="en-US" dirty="0"/>
              <a:t> 19.60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C45DB3-C817-7FF4-595E-FEB2C2C04626}"/>
              </a:ext>
            </a:extLst>
          </p:cNvPr>
          <p:cNvSpPr txBox="1"/>
          <p:nvPr/>
        </p:nvSpPr>
        <p:spPr>
          <a:xfrm>
            <a:off x="8081635" y="530213"/>
            <a:ext cx="3580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K_lqr</a:t>
            </a:r>
            <a:r>
              <a:rPr lang="en-US" dirty="0"/>
              <a:t> = [29.62, 7.29, 16.82, 5.68]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F33181-A6C2-56B7-C995-5A5AFBA99A69}"/>
              </a:ext>
            </a:extLst>
          </p:cNvPr>
          <p:cNvSpPr txBox="1"/>
          <p:nvPr/>
        </p:nvSpPr>
        <p:spPr>
          <a:xfrm>
            <a:off x="8081635" y="254633"/>
            <a:ext cx="3506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K_adj</a:t>
            </a:r>
            <a:r>
              <a:rPr lang="en-US" dirty="0"/>
              <a:t> = [11.65, 20.57, 0.09, 10.18]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DDFA611-8698-A140-EB72-CFA881E26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415" y="3934936"/>
            <a:ext cx="6011786" cy="292306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825F6DB-B11E-C948-A75A-F7A058523BC1}"/>
              </a:ext>
            </a:extLst>
          </p:cNvPr>
          <p:cNvSpPr txBox="1"/>
          <p:nvPr/>
        </p:nvSpPr>
        <p:spPr>
          <a:xfrm>
            <a:off x="595223" y="276045"/>
            <a:ext cx="5037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 startAt="3"/>
            </a:pPr>
            <a:r>
              <a:rPr lang="en-US" b="1" dirty="0">
                <a:solidFill>
                  <a:schemeClr val="tx2"/>
                </a:solidFill>
              </a:rPr>
              <a:t>Comparison of the two results: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2"/>
                </a:solidFill>
              </a:rPr>
              <a:t>K_adj</a:t>
            </a:r>
            <a:r>
              <a:rPr lang="en-US" b="1" dirty="0">
                <a:solidFill>
                  <a:schemeClr val="tx2"/>
                </a:solidFill>
              </a:rPr>
              <a:t> != </a:t>
            </a:r>
            <a:r>
              <a:rPr lang="en-US" b="1" dirty="0" err="1">
                <a:solidFill>
                  <a:schemeClr val="tx2"/>
                </a:solidFill>
              </a:rPr>
              <a:t>K_lqr</a:t>
            </a:r>
            <a:endParaRPr lang="en-US" b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Cost function  ADJ &gt; LQR</a:t>
            </a:r>
          </a:p>
        </p:txBody>
      </p:sp>
    </p:spTree>
    <p:extLst>
      <p:ext uri="{BB962C8B-B14F-4D97-AF65-F5344CB8AC3E}">
        <p14:creationId xmlns:p14="http://schemas.microsoft.com/office/powerpoint/2010/main" val="1211640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8B4B-F16E-8E57-8052-28EAD690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3CDF6-1EAC-F586-4B08-84E0188D0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83" y="1850985"/>
            <a:ext cx="9810214" cy="47309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A6C986-A9AE-B286-A4C0-BAE02684CD7A}"/>
              </a:ext>
            </a:extLst>
          </p:cNvPr>
          <p:cNvSpPr txBox="1"/>
          <p:nvPr/>
        </p:nvSpPr>
        <p:spPr>
          <a:xfrm>
            <a:off x="7625751" y="1175125"/>
            <a:ext cx="3571331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Cost function:  </a:t>
            </a:r>
            <a:r>
              <a:rPr lang="en-US" b="1" dirty="0" err="1"/>
              <a:t>K_adj_new</a:t>
            </a:r>
            <a:r>
              <a:rPr lang="en-US" b="1" dirty="0"/>
              <a:t> 	</a:t>
            </a:r>
            <a:r>
              <a:rPr lang="en-US" dirty="0"/>
              <a:t>19.58</a:t>
            </a:r>
          </a:p>
          <a:p>
            <a:r>
              <a:rPr lang="en-US" dirty="0"/>
              <a:t>Cost function:  </a:t>
            </a:r>
            <a:r>
              <a:rPr lang="en-US" dirty="0" err="1"/>
              <a:t>K_lqr</a:t>
            </a:r>
            <a:r>
              <a:rPr lang="en-US" dirty="0"/>
              <a:t> 	19.60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E44E82-EC60-8DB7-3DC3-6B5B76B01B0F}"/>
              </a:ext>
            </a:extLst>
          </p:cNvPr>
          <p:cNvSpPr txBox="1"/>
          <p:nvPr/>
        </p:nvSpPr>
        <p:spPr>
          <a:xfrm>
            <a:off x="7753831" y="530213"/>
            <a:ext cx="3580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K_lqr</a:t>
            </a:r>
            <a:r>
              <a:rPr lang="en-US" dirty="0"/>
              <a:t> = [29.62, 7.29, 16.82, 5.68]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A2FD41-D9D4-32F8-B99A-AF5D070A4CBC}"/>
              </a:ext>
            </a:extLst>
          </p:cNvPr>
          <p:cNvSpPr txBox="1"/>
          <p:nvPr/>
        </p:nvSpPr>
        <p:spPr>
          <a:xfrm>
            <a:off x="7625751" y="254633"/>
            <a:ext cx="3962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K_adj_new</a:t>
            </a:r>
            <a:r>
              <a:rPr lang="en-US" dirty="0"/>
              <a:t> =[29.65,7.47, 16.79,  5.54]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B1185E-0C11-7572-FCE4-0E0E1FC25C36}"/>
              </a:ext>
            </a:extLst>
          </p:cNvPr>
          <p:cNvSpPr txBox="1"/>
          <p:nvPr/>
        </p:nvSpPr>
        <p:spPr>
          <a:xfrm>
            <a:off x="595222" y="276045"/>
            <a:ext cx="64353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4) I restarted the L-BFGS with K0 = </a:t>
            </a:r>
            <a:r>
              <a:rPr lang="en-US" b="1" dirty="0" err="1">
                <a:solidFill>
                  <a:schemeClr val="tx2"/>
                </a:solidFill>
              </a:rPr>
              <a:t>K_lqr</a:t>
            </a:r>
            <a:endParaRPr lang="en-US" b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The two K are almost the same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The cost function too (</a:t>
            </a:r>
            <a:r>
              <a:rPr lang="en-US" b="1" dirty="0" err="1">
                <a:solidFill>
                  <a:schemeClr val="tx2"/>
                </a:solidFill>
              </a:rPr>
              <a:t>adj_new</a:t>
            </a:r>
            <a:r>
              <a:rPr lang="en-US" b="1" dirty="0">
                <a:solidFill>
                  <a:schemeClr val="tx2"/>
                </a:solidFill>
              </a:rPr>
              <a:t> a little bit better)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With BFGS I before landed in a local minima</a:t>
            </a:r>
            <a:br>
              <a:rPr lang="en-US" b="1" dirty="0">
                <a:solidFill>
                  <a:schemeClr val="tx2"/>
                </a:solidFill>
              </a:rPr>
            </a:b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297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236049-889F-9120-388F-DC16F6D2A869}"/>
              </a:ext>
            </a:extLst>
          </p:cNvPr>
          <p:cNvSpPr txBox="1"/>
          <p:nvPr/>
        </p:nvSpPr>
        <p:spPr>
          <a:xfrm>
            <a:off x="6633715" y="1290423"/>
            <a:ext cx="5115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K_adj_adam</a:t>
            </a:r>
            <a:r>
              <a:rPr lang="en-US" b="1" dirty="0"/>
              <a:t> = [10.3   ,3.79   ,-8.40,1.06]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6CB48D-2D7F-BDC4-E806-16BAFD483516}"/>
              </a:ext>
            </a:extLst>
          </p:cNvPr>
          <p:cNvSpPr txBox="1"/>
          <p:nvPr/>
        </p:nvSpPr>
        <p:spPr>
          <a:xfrm>
            <a:off x="8236070" y="585223"/>
            <a:ext cx="1617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K0 = [0,0,0,0]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2FAA3D-3C6C-0EE3-2C6C-EBD71D1526F9}"/>
              </a:ext>
            </a:extLst>
          </p:cNvPr>
          <p:cNvSpPr txBox="1"/>
          <p:nvPr/>
        </p:nvSpPr>
        <p:spPr>
          <a:xfrm>
            <a:off x="595223" y="276045"/>
            <a:ext cx="5037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5) I used ADAM optimization to find K,</a:t>
            </a:r>
          </a:p>
          <a:p>
            <a:r>
              <a:rPr lang="en-US" b="1" dirty="0">
                <a:solidFill>
                  <a:schemeClr val="tx2"/>
                </a:solidFill>
              </a:rPr>
              <a:t>Same as before K0 =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2"/>
                </a:solidFill>
              </a:rPr>
              <a:t>K_adj</a:t>
            </a:r>
            <a:r>
              <a:rPr lang="en-US" b="1" dirty="0">
                <a:solidFill>
                  <a:schemeClr val="tx2"/>
                </a:solidFill>
              </a:rPr>
              <a:t> != </a:t>
            </a:r>
            <a:r>
              <a:rPr lang="en-US" b="1" dirty="0" err="1">
                <a:solidFill>
                  <a:schemeClr val="tx2"/>
                </a:solidFill>
              </a:rPr>
              <a:t>K_lqr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90C0EF-7263-8D11-FEE7-FE0D77F02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2" y="2344688"/>
            <a:ext cx="7180182" cy="34854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0D6EB3-635A-DE69-BE50-2F115A9C86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7"/>
          <a:stretch>
            <a:fillRect/>
          </a:stretch>
        </p:blipFill>
        <p:spPr>
          <a:xfrm>
            <a:off x="5512279" y="4477940"/>
            <a:ext cx="6512943" cy="21040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6FA576-7FAD-B10E-EA03-FF1313DC7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031" y="1592827"/>
            <a:ext cx="3633531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51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DFBBED6-1708-74AF-592A-65039E0D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8023427" cy="38692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70C897-9163-C351-45B7-4B0D59D748CC}"/>
              </a:ext>
            </a:extLst>
          </p:cNvPr>
          <p:cNvSpPr txBox="1"/>
          <p:nvPr/>
        </p:nvSpPr>
        <p:spPr>
          <a:xfrm>
            <a:off x="8023427" y="2588573"/>
            <a:ext cx="4079433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Cost function:  </a:t>
            </a:r>
            <a:r>
              <a:rPr lang="en-US" dirty="0" err="1"/>
              <a:t>K_adj_Adam</a:t>
            </a:r>
            <a:r>
              <a:rPr lang="en-US" dirty="0"/>
              <a:t> 19.73</a:t>
            </a:r>
          </a:p>
          <a:p>
            <a:r>
              <a:rPr lang="en-US" dirty="0"/>
              <a:t>Cost function:  </a:t>
            </a:r>
            <a:r>
              <a:rPr lang="en-US" dirty="0" err="1"/>
              <a:t>K_lqr</a:t>
            </a:r>
            <a:r>
              <a:rPr lang="en-US" dirty="0"/>
              <a:t> 	19.60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1DD37D-C9F7-DE72-A946-9DCD725A3A8A}"/>
              </a:ext>
            </a:extLst>
          </p:cNvPr>
          <p:cNvSpPr txBox="1"/>
          <p:nvPr/>
        </p:nvSpPr>
        <p:spPr>
          <a:xfrm>
            <a:off x="7548116" y="827710"/>
            <a:ext cx="3830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K_adj</a:t>
            </a:r>
            <a:r>
              <a:rPr lang="en-US" b="1" dirty="0"/>
              <a:t> = [10.3   ,3.79   ,-8.40,1.06]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F69AC4-248B-6714-1E67-83E9260B04EE}"/>
              </a:ext>
            </a:extLst>
          </p:cNvPr>
          <p:cNvSpPr txBox="1"/>
          <p:nvPr/>
        </p:nvSpPr>
        <p:spPr>
          <a:xfrm>
            <a:off x="7548116" y="1197042"/>
            <a:ext cx="3580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K_lqr</a:t>
            </a:r>
            <a:r>
              <a:rPr lang="en-US" b="1" dirty="0"/>
              <a:t> = [29.62, 7.29, 16.82, 5.68]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A78449-96FC-97C4-AB2C-5692F29825E3}"/>
              </a:ext>
            </a:extLst>
          </p:cNvPr>
          <p:cNvSpPr txBox="1"/>
          <p:nvPr/>
        </p:nvSpPr>
        <p:spPr>
          <a:xfrm>
            <a:off x="595222" y="276045"/>
            <a:ext cx="6883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6) Comparison with </a:t>
            </a:r>
            <a:r>
              <a:rPr lang="en-US" b="1" dirty="0" err="1">
                <a:solidFill>
                  <a:schemeClr val="tx2"/>
                </a:solidFill>
              </a:rPr>
              <a:t>ADJ_adam</a:t>
            </a:r>
            <a:r>
              <a:rPr lang="en-US" b="1" dirty="0">
                <a:solidFill>
                  <a:schemeClr val="tx2"/>
                </a:solidFill>
              </a:rPr>
              <a:t> and LQR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2"/>
                </a:solidFill>
              </a:rPr>
              <a:t>K_ADJ_adam</a:t>
            </a:r>
            <a:r>
              <a:rPr lang="en-US" b="1" dirty="0">
                <a:solidFill>
                  <a:schemeClr val="tx2"/>
                </a:solidFill>
              </a:rPr>
              <a:t> != K_LQR</a:t>
            </a:r>
          </a:p>
          <a:p>
            <a:pPr lvl="4"/>
            <a:r>
              <a:rPr lang="en-US" b="1" dirty="0">
                <a:solidFill>
                  <a:schemeClr val="tx2"/>
                </a:solidFill>
              </a:rPr>
              <a:t>BUT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Cost function </a:t>
            </a:r>
            <a:r>
              <a:rPr lang="en-US" b="1" dirty="0" err="1">
                <a:solidFill>
                  <a:schemeClr val="tx2"/>
                </a:solidFill>
              </a:rPr>
              <a:t>ADJ_adam</a:t>
            </a:r>
            <a:r>
              <a:rPr lang="en-US" b="1" dirty="0">
                <a:solidFill>
                  <a:schemeClr val="tx2"/>
                </a:solidFill>
              </a:rPr>
              <a:t> almost same of LQR</a:t>
            </a:r>
          </a:p>
          <a:p>
            <a:r>
              <a:rPr lang="en-US" b="1" u="sng" dirty="0">
                <a:solidFill>
                  <a:schemeClr val="tx2"/>
                </a:solidFill>
              </a:rPr>
              <a:t>EVEN IF</a:t>
            </a:r>
            <a:r>
              <a:rPr lang="en-US" b="1" dirty="0">
                <a:solidFill>
                  <a:schemeClr val="tx2"/>
                </a:solidFill>
              </a:rPr>
              <a:t> K is </a:t>
            </a:r>
            <a:r>
              <a:rPr lang="en-US" b="1" dirty="0">
                <a:solidFill>
                  <a:srgbClr val="FF0000"/>
                </a:solidFill>
              </a:rPr>
              <a:t>VERY</a:t>
            </a:r>
            <a:r>
              <a:rPr lang="en-US" b="1" dirty="0">
                <a:solidFill>
                  <a:schemeClr val="tx2"/>
                </a:solidFill>
              </a:rPr>
              <a:t> different</a:t>
            </a:r>
          </a:p>
          <a:p>
            <a:r>
              <a:rPr lang="en-US" b="1" dirty="0">
                <a:solidFill>
                  <a:schemeClr val="tx2"/>
                </a:solidFill>
                <a:sym typeface="Wingdings" panose="05000000000000000000" pitchFamily="2" charset="2"/>
              </a:rPr>
              <a:t> There are more combination of </a:t>
            </a:r>
            <a:r>
              <a:rPr lang="en-US" b="1" dirty="0" err="1">
                <a:solidFill>
                  <a:schemeClr val="tx2"/>
                </a:solidFill>
                <a:sym typeface="Wingdings" panose="05000000000000000000" pitchFamily="2" charset="2"/>
              </a:rPr>
              <a:t>K_i</a:t>
            </a:r>
            <a:r>
              <a:rPr lang="en-US" b="1" dirty="0">
                <a:solidFill>
                  <a:schemeClr val="tx2"/>
                </a:solidFill>
                <a:sym typeface="Wingdings" panose="05000000000000000000" pitchFamily="2" charset="2"/>
              </a:rPr>
              <a:t> that try to minimize the cost </a:t>
            </a:r>
            <a:r>
              <a:rPr lang="en-US" b="1" dirty="0" err="1">
                <a:solidFill>
                  <a:schemeClr val="tx2"/>
                </a:solidFill>
                <a:sym typeface="Wingdings" panose="05000000000000000000" pitchFamily="2" charset="2"/>
              </a:rPr>
              <a:t>func</a:t>
            </a:r>
            <a:r>
              <a:rPr lang="en-US" b="1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178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2B20-1BB1-3438-0068-3226404DD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20CE44-7F8B-A498-0B8B-E01FEEC7E1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Everything is linear.  </a:t>
                </a:r>
              </a:p>
              <a:p>
                <a:r>
                  <a:rPr lang="en-US" dirty="0"/>
                  <a:t>What I propose is to make it nonlinear is setting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20CE44-7F8B-A498-0B8B-E01FEEC7E1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EC270F7-1ACE-0809-2030-4631E27595F4}"/>
              </a:ext>
            </a:extLst>
          </p:cNvPr>
          <p:cNvGrpSpPr/>
          <p:nvPr/>
        </p:nvGrpSpPr>
        <p:grpSpPr>
          <a:xfrm>
            <a:off x="2273546" y="3794260"/>
            <a:ext cx="7252004" cy="2019816"/>
            <a:chOff x="1792287" y="2208515"/>
            <a:chExt cx="7252004" cy="201981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04E817F-C164-2A79-DD08-9F0ACB8E8947}"/>
                </a:ext>
              </a:extLst>
            </p:cNvPr>
            <p:cNvGrpSpPr/>
            <p:nvPr/>
          </p:nvGrpSpPr>
          <p:grpSpPr>
            <a:xfrm>
              <a:off x="1792287" y="2208515"/>
              <a:ext cx="7252004" cy="2019816"/>
              <a:chOff x="2832540" y="2025134"/>
              <a:chExt cx="7252004" cy="2019816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1CEBF71-4B45-5702-4013-F07955123C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2540" y="3119214"/>
                <a:ext cx="5400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B9E2ACA-9135-7947-B858-4E2244FFF02B}"/>
                      </a:ext>
                    </a:extLst>
                  </p:cNvPr>
                  <p:cNvSpPr txBox="1"/>
                  <p:nvPr/>
                </p:nvSpPr>
                <p:spPr>
                  <a:xfrm>
                    <a:off x="2832540" y="2702685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𝑒𝑥𝑡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608A3B82-2D57-BCF9-9C2D-14BE661109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2540" y="2702685"/>
                    <a:ext cx="400050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Connector: Elbow 16">
                <a:extLst>
                  <a:ext uri="{FF2B5EF4-FFF2-40B4-BE49-F238E27FC236}">
                    <a16:creationId xmlns:a16="http://schemas.microsoft.com/office/drawing/2014/main" id="{CB69A39F-C73E-E34C-FFD5-9A5CC9874C3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4786624" y="2136922"/>
                <a:ext cx="552569" cy="550072"/>
              </a:xfrm>
              <a:prstGeom prst="bentConnector3">
                <a:avLst>
                  <a:gd name="adj1" fmla="val 100564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D4A993C2-4005-3F04-EE81-EF966B11257D}"/>
                      </a:ext>
                    </a:extLst>
                  </p:cNvPr>
                  <p:cNvSpPr txBox="1"/>
                  <p:nvPr/>
                </p:nvSpPr>
                <p:spPr>
                  <a:xfrm>
                    <a:off x="4868829" y="2066573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B473CA1F-0583-721F-3DFB-3B253C8C21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8829" y="2066573"/>
                    <a:ext cx="400050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Connector: Elbow 18">
                <a:extLst>
                  <a:ext uri="{FF2B5EF4-FFF2-40B4-BE49-F238E27FC236}">
                    <a16:creationId xmlns:a16="http://schemas.microsoft.com/office/drawing/2014/main" id="{F3136303-8CBE-7A80-E034-8A44E1320F5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119693" y="2119430"/>
                <a:ext cx="552569" cy="550072"/>
              </a:xfrm>
              <a:prstGeom prst="bentConnector3">
                <a:avLst>
                  <a:gd name="adj1" fmla="val 100564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9D0DDC5-053F-F29B-59D1-35E1FC2CE592}"/>
                      </a:ext>
                    </a:extLst>
                  </p:cNvPr>
                  <p:cNvSpPr txBox="1"/>
                  <p:nvPr/>
                </p:nvSpPr>
                <p:spPr>
                  <a:xfrm>
                    <a:off x="7195952" y="2025134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99E47960-5E17-E14A-4133-944FDE9818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95952" y="2025134"/>
                    <a:ext cx="400050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1DAF457-4EE7-0EE4-C581-FD15723F1938}"/>
                      </a:ext>
                    </a:extLst>
                  </p:cNvPr>
                  <p:cNvSpPr txBox="1"/>
                  <p:nvPr/>
                </p:nvSpPr>
                <p:spPr>
                  <a:xfrm>
                    <a:off x="7863331" y="2176131"/>
                    <a:ext cx="6153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1DAF457-4EE7-0EE4-C581-FD15723F19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63331" y="2176131"/>
                    <a:ext cx="615354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861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10C27DF-9A28-CEBD-33DC-F844F9D3F87E}"/>
                      </a:ext>
                    </a:extLst>
                  </p:cNvPr>
                  <p:cNvSpPr txBox="1"/>
                  <p:nvPr/>
                </p:nvSpPr>
                <p:spPr>
                  <a:xfrm>
                    <a:off x="4075885" y="3535931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8247CF72-3774-30AE-60FD-EE6930356B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5885" y="3535931"/>
                    <a:ext cx="400050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5D86EE8-50BF-B649-F16A-9FD39F8CE01E}"/>
                      </a:ext>
                    </a:extLst>
                  </p:cNvPr>
                  <p:cNvSpPr txBox="1"/>
                  <p:nvPr/>
                </p:nvSpPr>
                <p:spPr>
                  <a:xfrm>
                    <a:off x="6151562" y="2405618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5D86EE8-50BF-B649-F16A-9FD39F8CE0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51562" y="2405618"/>
                    <a:ext cx="40005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E419314-6197-11BA-63FE-7F3BA85FFEA5}"/>
                  </a:ext>
                </a:extLst>
              </p:cNvPr>
              <p:cNvSpPr/>
              <p:nvPr/>
            </p:nvSpPr>
            <p:spPr>
              <a:xfrm>
                <a:off x="4772546" y="2676525"/>
                <a:ext cx="966884" cy="990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ACDAF7D-A911-26F9-914F-B3BD9F597444}"/>
                  </a:ext>
                </a:extLst>
              </p:cNvPr>
              <p:cNvSpPr/>
              <p:nvPr/>
            </p:nvSpPr>
            <p:spPr>
              <a:xfrm>
                <a:off x="7089459" y="2676525"/>
                <a:ext cx="966884" cy="990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33FBE3F3-32A7-E213-F2B9-29A79E1D5823}"/>
                      </a:ext>
                    </a:extLst>
                  </p:cNvPr>
                  <p:cNvSpPr txBox="1"/>
                  <p:nvPr/>
                </p:nvSpPr>
                <p:spPr>
                  <a:xfrm>
                    <a:off x="5042103" y="2942655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5F12CC48-4E42-AE9B-1F26-204AD096E5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2103" y="2942655"/>
                    <a:ext cx="40005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5E9051EC-4A30-CE51-C216-FEC5C11A367E}"/>
                      </a:ext>
                    </a:extLst>
                  </p:cNvPr>
                  <p:cNvSpPr txBox="1"/>
                  <p:nvPr/>
                </p:nvSpPr>
                <p:spPr>
                  <a:xfrm>
                    <a:off x="7372876" y="2942655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1B41E1DB-C1C5-13C0-96E2-155328FE3E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72876" y="2942655"/>
                    <a:ext cx="40005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A581767-5AE7-82EE-D774-28897154D983}"/>
                  </a:ext>
                </a:extLst>
              </p:cNvPr>
              <p:cNvGrpSpPr/>
              <p:nvPr/>
            </p:nvGrpSpPr>
            <p:grpSpPr>
              <a:xfrm>
                <a:off x="5734050" y="2744775"/>
                <a:ext cx="1365982" cy="557212"/>
                <a:chOff x="5753100" y="4183050"/>
                <a:chExt cx="1365982" cy="557212"/>
              </a:xfrm>
            </p:grpSpPr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BBA4CF9A-3D21-1E49-8624-BAA47940CB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3100" y="4480706"/>
                  <a:ext cx="236220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F8C40A7D-9C19-A323-A11B-DDD6DE8B5AAA}"/>
                    </a:ext>
                  </a:extLst>
                </p:cNvPr>
                <p:cNvCxnSpPr/>
                <p:nvPr/>
              </p:nvCxnSpPr>
              <p:spPr>
                <a:xfrm flipV="1">
                  <a:off x="5988844" y="4183050"/>
                  <a:ext cx="135731" cy="2976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A50377AE-C764-7074-A6C6-76E65CE8F74D}"/>
                    </a:ext>
                  </a:extLst>
                </p:cNvPr>
                <p:cNvCxnSpPr/>
                <p:nvPr/>
              </p:nvCxnSpPr>
              <p:spPr>
                <a:xfrm>
                  <a:off x="6129338" y="4183050"/>
                  <a:ext cx="183356" cy="557212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70D9E30E-146B-2320-2E68-499D7B551453}"/>
                    </a:ext>
                  </a:extLst>
                </p:cNvPr>
                <p:cNvCxnSpPr/>
                <p:nvPr/>
              </p:nvCxnSpPr>
              <p:spPr>
                <a:xfrm flipV="1">
                  <a:off x="6319838" y="4183050"/>
                  <a:ext cx="133350" cy="557212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31473287-5984-2F15-E705-14378F4F5E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57950" y="4183050"/>
                  <a:ext cx="165639" cy="557212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177FBF7E-0942-36AA-6776-B170D27881E2}"/>
                    </a:ext>
                  </a:extLst>
                </p:cNvPr>
                <p:cNvCxnSpPr/>
                <p:nvPr/>
              </p:nvCxnSpPr>
              <p:spPr>
                <a:xfrm flipV="1">
                  <a:off x="6623589" y="4183050"/>
                  <a:ext cx="186786" cy="557212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9E7106C8-7B22-133B-67C8-305764948124}"/>
                    </a:ext>
                  </a:extLst>
                </p:cNvPr>
                <p:cNvCxnSpPr/>
                <p:nvPr/>
              </p:nvCxnSpPr>
              <p:spPr>
                <a:xfrm>
                  <a:off x="6810375" y="4183050"/>
                  <a:ext cx="93918" cy="2976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4C326EE8-DDF2-62B2-9CA4-577D57434B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4293" y="4480706"/>
                  <a:ext cx="214789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6557D77B-6C40-CE7A-6D20-3A450F7739C5}"/>
                  </a:ext>
                </a:extLst>
              </p:cNvPr>
              <p:cNvGrpSpPr/>
              <p:nvPr/>
            </p:nvGrpSpPr>
            <p:grpSpPr>
              <a:xfrm>
                <a:off x="3697649" y="2676538"/>
                <a:ext cx="1080183" cy="515091"/>
                <a:chOff x="3716699" y="4114813"/>
                <a:chExt cx="1080183" cy="515091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53A47FCC-E7B1-7B5C-5D90-586B46D8CA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16699" y="4389969"/>
                  <a:ext cx="180675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BB86CE50-23BF-0240-D937-ACA5F3DD5A5C}"/>
                    </a:ext>
                  </a:extLst>
                </p:cNvPr>
                <p:cNvCxnSpPr/>
                <p:nvPr/>
              </p:nvCxnSpPr>
              <p:spPr>
                <a:xfrm flipV="1">
                  <a:off x="3896995" y="4114813"/>
                  <a:ext cx="108068" cy="2751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9BF0F026-A8E3-5762-F92D-3AC2BBDA84C0}"/>
                    </a:ext>
                  </a:extLst>
                </p:cNvPr>
                <p:cNvCxnSpPr/>
                <p:nvPr/>
              </p:nvCxnSpPr>
              <p:spPr>
                <a:xfrm>
                  <a:off x="4008855" y="4114813"/>
                  <a:ext cx="145987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1B1048C3-0487-E5B4-4642-1B3699A08F9C}"/>
                    </a:ext>
                  </a:extLst>
                </p:cNvPr>
                <p:cNvCxnSpPr/>
                <p:nvPr/>
              </p:nvCxnSpPr>
              <p:spPr>
                <a:xfrm flipV="1">
                  <a:off x="4160530" y="4114813"/>
                  <a:ext cx="106172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3BBC42D7-D09F-D7C4-FADE-9F065B980A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0494" y="4114813"/>
                  <a:ext cx="131881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CCA320D8-BCD6-84CD-BA29-AD2E8D922810}"/>
                    </a:ext>
                  </a:extLst>
                </p:cNvPr>
                <p:cNvCxnSpPr/>
                <p:nvPr/>
              </p:nvCxnSpPr>
              <p:spPr>
                <a:xfrm flipV="1">
                  <a:off x="4402374" y="4114813"/>
                  <a:ext cx="148718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68C26D35-5E8B-4DEE-36D7-750EA7C7E35F}"/>
                    </a:ext>
                  </a:extLst>
                </p:cNvPr>
                <p:cNvCxnSpPr/>
                <p:nvPr/>
              </p:nvCxnSpPr>
              <p:spPr>
                <a:xfrm>
                  <a:off x="4551092" y="4114813"/>
                  <a:ext cx="74777" cy="2751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91A464E4-A189-18F5-74E4-AF8C2CFE22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25869" y="4389969"/>
                  <a:ext cx="171013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A060628-C3A5-7E15-4FA7-9D9BC20F67A0}"/>
                  </a:ext>
                </a:extLst>
              </p:cNvPr>
              <p:cNvGrpSpPr/>
              <p:nvPr/>
            </p:nvGrpSpPr>
            <p:grpSpPr>
              <a:xfrm>
                <a:off x="3697270" y="3371850"/>
                <a:ext cx="1075276" cy="195263"/>
                <a:chOff x="3716320" y="4810125"/>
                <a:chExt cx="1075276" cy="195263"/>
              </a:xfrm>
            </p:grpSpPr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FC5B103B-EE2C-F792-4464-32A6AA6FAA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16320" y="4906706"/>
                  <a:ext cx="524686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59D1F630-0E07-C7F0-5901-59C18C5073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81977" y="4912519"/>
                  <a:ext cx="40961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9828A725-683F-0887-C608-6E1017A7FAAB}"/>
                    </a:ext>
                  </a:extLst>
                </p:cNvPr>
                <p:cNvCxnSpPr/>
                <p:nvPr/>
              </p:nvCxnSpPr>
              <p:spPr>
                <a:xfrm>
                  <a:off x="4241006" y="4817269"/>
                  <a:ext cx="0" cy="1881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B1F98D99-668A-D039-63DC-1446CF49555A}"/>
                    </a:ext>
                  </a:extLst>
                </p:cNvPr>
                <p:cNvCxnSpPr/>
                <p:nvPr/>
              </p:nvCxnSpPr>
              <p:spPr>
                <a:xfrm>
                  <a:off x="4154842" y="4810125"/>
                  <a:ext cx="22713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098E1849-5367-E312-080F-FC78338A2D76}"/>
                    </a:ext>
                  </a:extLst>
                </p:cNvPr>
                <p:cNvCxnSpPr/>
                <p:nvPr/>
              </p:nvCxnSpPr>
              <p:spPr>
                <a:xfrm>
                  <a:off x="4381977" y="4817269"/>
                  <a:ext cx="0" cy="1881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E25EA0F6-EEE0-60DE-2F11-FCA30EDD818B}"/>
                    </a:ext>
                  </a:extLst>
                </p:cNvPr>
                <p:cNvCxnSpPr/>
                <p:nvPr/>
              </p:nvCxnSpPr>
              <p:spPr>
                <a:xfrm flipH="1">
                  <a:off x="4154842" y="5005388"/>
                  <a:ext cx="22713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3873F9B-E16C-1F0D-1224-5BC2ACD85D18}"/>
                  </a:ext>
                </a:extLst>
              </p:cNvPr>
              <p:cNvGrpSpPr/>
              <p:nvPr/>
            </p:nvGrpSpPr>
            <p:grpSpPr>
              <a:xfrm>
                <a:off x="8056343" y="2657528"/>
                <a:ext cx="1080183" cy="515091"/>
                <a:chOff x="3716699" y="4114813"/>
                <a:chExt cx="1080183" cy="515091"/>
              </a:xfrm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B4ACB61B-BEA0-CDE4-B4BC-86BFC9B41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16699" y="4389969"/>
                  <a:ext cx="180675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7D7731D9-9E3D-EA49-8BF0-44CC9A7D9C2B}"/>
                    </a:ext>
                  </a:extLst>
                </p:cNvPr>
                <p:cNvCxnSpPr/>
                <p:nvPr/>
              </p:nvCxnSpPr>
              <p:spPr>
                <a:xfrm flipV="1">
                  <a:off x="3896995" y="4114813"/>
                  <a:ext cx="108068" cy="2751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3210805A-1B04-1790-90F5-D9837CE254E1}"/>
                    </a:ext>
                  </a:extLst>
                </p:cNvPr>
                <p:cNvCxnSpPr/>
                <p:nvPr/>
              </p:nvCxnSpPr>
              <p:spPr>
                <a:xfrm>
                  <a:off x="4008855" y="4114813"/>
                  <a:ext cx="145987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9602F0BA-D8DE-0FB3-4B03-94B4E059EED2}"/>
                    </a:ext>
                  </a:extLst>
                </p:cNvPr>
                <p:cNvCxnSpPr/>
                <p:nvPr/>
              </p:nvCxnSpPr>
              <p:spPr>
                <a:xfrm flipV="1">
                  <a:off x="4160530" y="4114813"/>
                  <a:ext cx="106172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9D29EC86-F88C-E5B7-1E3D-862314C4A1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0494" y="4114813"/>
                  <a:ext cx="131881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8770A270-4B26-D5BE-279D-55524CAAB65F}"/>
                    </a:ext>
                  </a:extLst>
                </p:cNvPr>
                <p:cNvCxnSpPr/>
                <p:nvPr/>
              </p:nvCxnSpPr>
              <p:spPr>
                <a:xfrm flipV="1">
                  <a:off x="4402374" y="4114813"/>
                  <a:ext cx="148718" cy="515091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9AAA9C79-1DC1-76E4-0A10-81E3C62DAC1A}"/>
                    </a:ext>
                  </a:extLst>
                </p:cNvPr>
                <p:cNvCxnSpPr/>
                <p:nvPr/>
              </p:nvCxnSpPr>
              <p:spPr>
                <a:xfrm>
                  <a:off x="4551092" y="4114813"/>
                  <a:ext cx="74777" cy="275156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EE7B990B-2C16-7D81-A246-822697D57A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25869" y="4389969"/>
                  <a:ext cx="171013" cy="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3584AB5-6241-4F86-3582-539A954F29E0}"/>
                  </a:ext>
                </a:extLst>
              </p:cNvPr>
              <p:cNvGrpSpPr/>
              <p:nvPr/>
            </p:nvGrpSpPr>
            <p:grpSpPr>
              <a:xfrm flipH="1">
                <a:off x="8068708" y="3344575"/>
                <a:ext cx="1075276" cy="195263"/>
                <a:chOff x="3716320" y="4810125"/>
                <a:chExt cx="1075276" cy="195263"/>
              </a:xfrm>
            </p:grpSpPr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1278F462-78B8-18EE-CA6F-20CC3CE16E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16320" y="4906706"/>
                  <a:ext cx="524686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DDA9D843-8054-39A4-A6E1-8B0A27E9A4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81977" y="4912519"/>
                  <a:ext cx="409619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97DAE21C-A69B-1258-8268-7F27331474E2}"/>
                    </a:ext>
                  </a:extLst>
                </p:cNvPr>
                <p:cNvCxnSpPr/>
                <p:nvPr/>
              </p:nvCxnSpPr>
              <p:spPr>
                <a:xfrm>
                  <a:off x="4241006" y="4817269"/>
                  <a:ext cx="0" cy="1881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FBBE1B16-537A-4620-67D1-372FD6336C7A}"/>
                    </a:ext>
                  </a:extLst>
                </p:cNvPr>
                <p:cNvCxnSpPr/>
                <p:nvPr/>
              </p:nvCxnSpPr>
              <p:spPr>
                <a:xfrm>
                  <a:off x="4154842" y="4810125"/>
                  <a:ext cx="22713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E8D85DC6-00B0-DA09-D02A-7E932CE13CB1}"/>
                    </a:ext>
                  </a:extLst>
                </p:cNvPr>
                <p:cNvCxnSpPr/>
                <p:nvPr/>
              </p:nvCxnSpPr>
              <p:spPr>
                <a:xfrm>
                  <a:off x="4381977" y="4817269"/>
                  <a:ext cx="0" cy="18811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611E073-2076-6AF3-0700-458AA59CFC66}"/>
                    </a:ext>
                  </a:extLst>
                </p:cNvPr>
                <p:cNvCxnSpPr/>
                <p:nvPr/>
              </p:nvCxnSpPr>
              <p:spPr>
                <a:xfrm flipH="1">
                  <a:off x="4154842" y="5005388"/>
                  <a:ext cx="22713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129E373-DD7A-892C-3DD9-AA4A01318D78}"/>
                  </a:ext>
                </a:extLst>
              </p:cNvPr>
              <p:cNvGrpSpPr/>
              <p:nvPr/>
            </p:nvGrpSpPr>
            <p:grpSpPr>
              <a:xfrm>
                <a:off x="3471086" y="2181225"/>
                <a:ext cx="226184" cy="1854200"/>
                <a:chOff x="3490136" y="3619500"/>
                <a:chExt cx="226184" cy="1854200"/>
              </a:xfrm>
            </p:grpSpPr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BB4E2691-AEE0-70C1-D3AF-636FD052ECE7}"/>
                    </a:ext>
                  </a:extLst>
                </p:cNvPr>
                <p:cNvCxnSpPr/>
                <p:nvPr/>
              </p:nvCxnSpPr>
              <p:spPr>
                <a:xfrm>
                  <a:off x="3705225" y="3638550"/>
                  <a:ext cx="0" cy="183515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E12B87F6-2363-DCBC-958A-2EB1FFE943EF}"/>
                    </a:ext>
                  </a:extLst>
                </p:cNvPr>
                <p:cNvCxnSpPr/>
                <p:nvPr/>
              </p:nvCxnSpPr>
              <p:spPr>
                <a:xfrm flipH="1" flipV="1">
                  <a:off x="3508375" y="36195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4EBB0966-F2B2-6CAB-994D-9163D06ABD04}"/>
                    </a:ext>
                  </a:extLst>
                </p:cNvPr>
                <p:cNvCxnSpPr/>
                <p:nvPr/>
              </p:nvCxnSpPr>
              <p:spPr>
                <a:xfrm flipH="1" flipV="1">
                  <a:off x="3497280" y="3817715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49BCC37A-AE22-9856-AC4D-50C936F990A6}"/>
                    </a:ext>
                  </a:extLst>
                </p:cNvPr>
                <p:cNvCxnSpPr/>
                <p:nvPr/>
              </p:nvCxnSpPr>
              <p:spPr>
                <a:xfrm flipH="1" flipV="1">
                  <a:off x="3493602" y="40259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84D3956E-ED83-D48A-2677-C363579D9485}"/>
                    </a:ext>
                  </a:extLst>
                </p:cNvPr>
                <p:cNvCxnSpPr/>
                <p:nvPr/>
              </p:nvCxnSpPr>
              <p:spPr>
                <a:xfrm flipH="1" flipV="1">
                  <a:off x="3490136" y="429203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BEF404B8-3633-44E2-0EB6-C56A1A12D769}"/>
                    </a:ext>
                  </a:extLst>
                </p:cNvPr>
                <p:cNvCxnSpPr/>
                <p:nvPr/>
              </p:nvCxnSpPr>
              <p:spPr>
                <a:xfrm flipH="1" flipV="1">
                  <a:off x="3502762" y="45212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A7CE98F0-4278-7842-18EE-AE2874D9C982}"/>
                    </a:ext>
                  </a:extLst>
                </p:cNvPr>
                <p:cNvCxnSpPr/>
                <p:nvPr/>
              </p:nvCxnSpPr>
              <p:spPr>
                <a:xfrm flipH="1" flipV="1">
                  <a:off x="3497890" y="4766345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DAF0C99C-10CD-EF6B-D0FE-DE5C35397443}"/>
                    </a:ext>
                  </a:extLst>
                </p:cNvPr>
                <p:cNvCxnSpPr/>
                <p:nvPr/>
              </p:nvCxnSpPr>
              <p:spPr>
                <a:xfrm flipH="1" flipV="1">
                  <a:off x="3494872" y="4983669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524FAEA7-E63F-58F6-CC36-3FA79A23CB56}"/>
                    </a:ext>
                  </a:extLst>
                </p:cNvPr>
                <p:cNvCxnSpPr/>
                <p:nvPr/>
              </p:nvCxnSpPr>
              <p:spPr>
                <a:xfrm flipH="1" flipV="1">
                  <a:off x="3490136" y="519373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5BCD5E31-7B7F-ED0D-4BE9-C485226E7683}"/>
                  </a:ext>
                </a:extLst>
              </p:cNvPr>
              <p:cNvGrpSpPr/>
              <p:nvPr/>
            </p:nvGrpSpPr>
            <p:grpSpPr>
              <a:xfrm flipH="1">
                <a:off x="9120943" y="2190750"/>
                <a:ext cx="226184" cy="1854200"/>
                <a:chOff x="3490136" y="3619500"/>
                <a:chExt cx="226184" cy="1854200"/>
              </a:xfrm>
            </p:grpSpPr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708E9103-2CEC-2DED-B972-62DE44BF3637}"/>
                    </a:ext>
                  </a:extLst>
                </p:cNvPr>
                <p:cNvCxnSpPr/>
                <p:nvPr/>
              </p:nvCxnSpPr>
              <p:spPr>
                <a:xfrm>
                  <a:off x="3705225" y="3638550"/>
                  <a:ext cx="0" cy="183515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C0C6AB-7848-9996-E1DF-3CF003A55D6B}"/>
                    </a:ext>
                  </a:extLst>
                </p:cNvPr>
                <p:cNvCxnSpPr/>
                <p:nvPr/>
              </p:nvCxnSpPr>
              <p:spPr>
                <a:xfrm flipH="1" flipV="1">
                  <a:off x="3508375" y="36195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32D154D6-AC5B-FC38-F3B4-7DDD4B4CFC23}"/>
                    </a:ext>
                  </a:extLst>
                </p:cNvPr>
                <p:cNvCxnSpPr/>
                <p:nvPr/>
              </p:nvCxnSpPr>
              <p:spPr>
                <a:xfrm flipH="1" flipV="1">
                  <a:off x="3497280" y="3817715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CD2CB97-7287-DD3C-5D0F-FB48D04FDA98}"/>
                    </a:ext>
                  </a:extLst>
                </p:cNvPr>
                <p:cNvCxnSpPr/>
                <p:nvPr/>
              </p:nvCxnSpPr>
              <p:spPr>
                <a:xfrm flipH="1" flipV="1">
                  <a:off x="3493602" y="40259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6FFFD7E-6C5C-0D1D-640E-0C656E261C04}"/>
                    </a:ext>
                  </a:extLst>
                </p:cNvPr>
                <p:cNvCxnSpPr/>
                <p:nvPr/>
              </p:nvCxnSpPr>
              <p:spPr>
                <a:xfrm flipH="1" flipV="1">
                  <a:off x="3490136" y="429203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A55DE6E-8EF8-C438-0224-525BC226E321}"/>
                    </a:ext>
                  </a:extLst>
                </p:cNvPr>
                <p:cNvCxnSpPr/>
                <p:nvPr/>
              </p:nvCxnSpPr>
              <p:spPr>
                <a:xfrm flipH="1" flipV="1">
                  <a:off x="3502762" y="452120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7616AF74-9244-82A4-01E5-56FE3DC6A927}"/>
                    </a:ext>
                  </a:extLst>
                </p:cNvPr>
                <p:cNvCxnSpPr/>
                <p:nvPr/>
              </p:nvCxnSpPr>
              <p:spPr>
                <a:xfrm flipH="1" flipV="1">
                  <a:off x="3497890" y="4766345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ADFDFE2-7EE8-2457-6C04-D33F0EB678E7}"/>
                    </a:ext>
                  </a:extLst>
                </p:cNvPr>
                <p:cNvCxnSpPr/>
                <p:nvPr/>
              </p:nvCxnSpPr>
              <p:spPr>
                <a:xfrm flipH="1" flipV="1">
                  <a:off x="3494872" y="4983669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B9D9A3A2-BB8A-9EDB-AC4D-66A5127450AA}"/>
                    </a:ext>
                  </a:extLst>
                </p:cNvPr>
                <p:cNvCxnSpPr/>
                <p:nvPr/>
              </p:nvCxnSpPr>
              <p:spPr>
                <a:xfrm flipH="1" flipV="1">
                  <a:off x="3490136" y="5193730"/>
                  <a:ext cx="207945" cy="1778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4A8AD42D-08D2-4460-16BE-F3838018368B}"/>
                      </a:ext>
                    </a:extLst>
                  </p:cNvPr>
                  <p:cNvSpPr txBox="1"/>
                  <p:nvPr/>
                </p:nvSpPr>
                <p:spPr>
                  <a:xfrm>
                    <a:off x="8347446" y="3643399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146A100D-7C16-452C-05B5-B4980A4321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7446" y="3643399"/>
                    <a:ext cx="400050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10C6070D-C751-9146-0EB1-C90DC00923B3}"/>
                      </a:ext>
                    </a:extLst>
                  </p:cNvPr>
                  <p:cNvSpPr txBox="1"/>
                  <p:nvPr/>
                </p:nvSpPr>
                <p:spPr>
                  <a:xfrm>
                    <a:off x="4104535" y="2240935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E526D36-6E89-8209-E7DE-65D7E24AFA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4535" y="2240935"/>
                    <a:ext cx="40005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C6A46CDC-ECE2-130C-5917-81C2FC53A88A}"/>
                      </a:ext>
                    </a:extLst>
                  </p:cNvPr>
                  <p:cNvSpPr txBox="1"/>
                  <p:nvPr/>
                </p:nvSpPr>
                <p:spPr>
                  <a:xfrm>
                    <a:off x="6250540" y="3489337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C6A46CDC-ECE2-130C-5917-81C2FC53A8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0540" y="3489337"/>
                    <a:ext cx="400050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E5500224-2E57-8509-79DB-02D0D74056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44446" y="3084214"/>
                <a:ext cx="540098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688FC32-F7C8-8DAB-CE4C-9371E020244E}"/>
                      </a:ext>
                    </a:extLst>
                  </p:cNvPr>
                  <p:cNvSpPr txBox="1"/>
                  <p:nvPr/>
                </p:nvSpPr>
                <p:spPr>
                  <a:xfrm>
                    <a:off x="9544446" y="2667685"/>
                    <a:ext cx="4000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n-US" b="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688FC32-F7C8-8DAB-CE4C-9371E02024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4446" y="2667685"/>
                    <a:ext cx="400050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257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3D37A9C-50C2-C115-B2A1-DA11336B45A1}"/>
                </a:ext>
              </a:extLst>
            </p:cNvPr>
            <p:cNvGrpSpPr/>
            <p:nvPr/>
          </p:nvGrpSpPr>
          <p:grpSpPr>
            <a:xfrm>
              <a:off x="4711940" y="3576137"/>
              <a:ext cx="1363889" cy="195263"/>
              <a:chOff x="5681929" y="2939349"/>
              <a:chExt cx="1363889" cy="195263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4166274-C5B8-2662-7486-86FA529891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80302" y="3035930"/>
                <a:ext cx="66551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DCE973C-E590-2875-FB70-0AFA263A52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929" y="3041743"/>
                <a:ext cx="51956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D41B2F3-9273-803D-EFB3-393DBEC3F350}"/>
                  </a:ext>
                </a:extLst>
              </p:cNvPr>
              <p:cNvCxnSpPr/>
              <p:nvPr/>
            </p:nvCxnSpPr>
            <p:spPr>
              <a:xfrm flipH="1">
                <a:off x="6380302" y="2946493"/>
                <a:ext cx="0" cy="188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56E023F-47A6-CD4F-76D5-0C7413EB93C8}"/>
                  </a:ext>
                </a:extLst>
              </p:cNvPr>
              <p:cNvCxnSpPr/>
              <p:nvPr/>
            </p:nvCxnSpPr>
            <p:spPr>
              <a:xfrm flipH="1">
                <a:off x="6201493" y="2939349"/>
                <a:ext cx="2881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7499BCA-7792-40B2-F820-FC8272A1A957}"/>
                  </a:ext>
                </a:extLst>
              </p:cNvPr>
              <p:cNvCxnSpPr/>
              <p:nvPr/>
            </p:nvCxnSpPr>
            <p:spPr>
              <a:xfrm flipH="1">
                <a:off x="6201493" y="2946493"/>
                <a:ext cx="0" cy="18811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46C5710-7EBB-26BF-D9F1-A1922AA39EE4}"/>
                  </a:ext>
                </a:extLst>
              </p:cNvPr>
              <p:cNvCxnSpPr/>
              <p:nvPr/>
            </p:nvCxnSpPr>
            <p:spPr>
              <a:xfrm>
                <a:off x="6201493" y="3134612"/>
                <a:ext cx="2881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44BFC8BB-8934-8EB7-8B18-FAD7C61F79E3}"/>
              </a:ext>
            </a:extLst>
          </p:cNvPr>
          <p:cNvSpPr txBox="1"/>
          <p:nvPr/>
        </p:nvSpPr>
        <p:spPr>
          <a:xfrm>
            <a:off x="268856" y="5993747"/>
            <a:ext cx="11654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**I can justify saying </a:t>
            </a:r>
          </a:p>
          <a:p>
            <a:r>
              <a:rPr lang="en-US" b="1" dirty="0">
                <a:solidFill>
                  <a:schemeClr val="tx2"/>
                </a:solidFill>
              </a:rPr>
              <a:t>if I increase the pressure in the piston I put some Force but also increase the stiffness of the equivalent mechanical model</a:t>
            </a:r>
          </a:p>
        </p:txBody>
      </p:sp>
    </p:spTree>
    <p:extLst>
      <p:ext uri="{BB962C8B-B14F-4D97-AF65-F5344CB8AC3E}">
        <p14:creationId xmlns:p14="http://schemas.microsoft.com/office/powerpoint/2010/main" val="3115885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9EF4-77C3-EAA8-4E27-316C8A19D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25D08-55EE-AEA4-981C-E294541A6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Same cost function for </a:t>
            </a:r>
            <a:r>
              <a:rPr lang="en-US" dirty="0" err="1">
                <a:solidFill>
                  <a:srgbClr val="FF0000"/>
                </a:solidFill>
              </a:rPr>
              <a:t>LQr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dirty="0" err="1">
                <a:solidFill>
                  <a:srgbClr val="FF0000"/>
                </a:solidFill>
              </a:rPr>
              <a:t>ajdj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Prima </a:t>
            </a:r>
            <a:r>
              <a:rPr lang="en-US" dirty="0" err="1"/>
              <a:t>parte</a:t>
            </a:r>
            <a:r>
              <a:rPr lang="en-US" dirty="0"/>
              <a:t> LQR vs. adj </a:t>
            </a:r>
            <a:r>
              <a:rPr lang="en-US" dirty="0" err="1"/>
              <a:t>stessa</a:t>
            </a:r>
            <a:r>
              <a:rPr lang="en-US" dirty="0"/>
              <a:t> cost function, </a:t>
            </a:r>
            <a:r>
              <a:rPr lang="en-US" dirty="0" err="1"/>
              <a:t>utilizzare</a:t>
            </a:r>
            <a:r>
              <a:rPr lang="en-US" dirty="0"/>
              <a:t> 2 </a:t>
            </a:r>
            <a:r>
              <a:rPr lang="en-US" dirty="0" err="1"/>
              <a:t>K_i</a:t>
            </a:r>
            <a:r>
              <a:rPr lang="en-US" dirty="0"/>
              <a:t>, x1 and x2 o </a:t>
            </a:r>
            <a:r>
              <a:rPr lang="en-US" dirty="0" err="1"/>
              <a:t>togliere</a:t>
            </a:r>
            <a:r>
              <a:rPr lang="en-US" dirty="0"/>
              <a:t> solo x2_Dot</a:t>
            </a:r>
          </a:p>
          <a:p>
            <a:r>
              <a:rPr lang="en-US" dirty="0" err="1"/>
              <a:t>Lqr</a:t>
            </a:r>
            <a:r>
              <a:rPr lang="en-US" dirty="0"/>
              <a:t> non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usare</a:t>
            </a:r>
            <a:r>
              <a:rPr lang="en-US" dirty="0"/>
              <a:t> </a:t>
            </a:r>
            <a:r>
              <a:rPr lang="en-US" dirty="0" err="1"/>
              <a:t>pìu</a:t>
            </a:r>
            <a:r>
              <a:rPr lang="en-US" dirty="0"/>
              <a:t> </a:t>
            </a:r>
            <a:r>
              <a:rPr lang="en-US" dirty="0" err="1"/>
              <a:t>legge</a:t>
            </a:r>
            <a:r>
              <a:rPr lang="en-US" dirty="0"/>
              <a:t> di </a:t>
            </a:r>
            <a:r>
              <a:rPr lang="en-US" dirty="0" err="1"/>
              <a:t>controllo</a:t>
            </a:r>
            <a:endParaRPr lang="en-US" dirty="0"/>
          </a:p>
          <a:p>
            <a:pPr lvl="1"/>
            <a:r>
              <a:rPr lang="en-US" dirty="0"/>
              <a:t>O Sistema non </a:t>
            </a:r>
            <a:r>
              <a:rPr lang="en-US" dirty="0" err="1"/>
              <a:t>lineare</a:t>
            </a:r>
            <a:r>
              <a:rPr lang="en-US" dirty="0"/>
              <a:t>, o cost function non è la </a:t>
            </a:r>
            <a:r>
              <a:rPr lang="en-US" dirty="0" err="1"/>
              <a:t>quadratica</a:t>
            </a:r>
            <a:r>
              <a:rPr lang="en-US" dirty="0"/>
              <a:t> o </a:t>
            </a:r>
            <a:r>
              <a:rPr lang="en-US" dirty="0" err="1"/>
              <a:t>legge</a:t>
            </a:r>
            <a:r>
              <a:rPr lang="en-US" dirty="0"/>
              <a:t> di </a:t>
            </a:r>
            <a:r>
              <a:rPr lang="en-US" dirty="0" err="1"/>
              <a:t>attuazione</a:t>
            </a:r>
            <a:r>
              <a:rPr lang="en-US" dirty="0"/>
              <a:t> non </a:t>
            </a:r>
            <a:r>
              <a:rPr lang="en-US" dirty="0" err="1"/>
              <a:t>lineare</a:t>
            </a:r>
            <a:endParaRPr lang="en-US" dirty="0"/>
          </a:p>
          <a:p>
            <a:r>
              <a:rPr lang="en-US" dirty="0" err="1"/>
              <a:t>Provare</a:t>
            </a:r>
            <a:r>
              <a:rPr lang="en-US" dirty="0"/>
              <a:t> a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988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Content Placeholder 95">
            <a:extLst>
              <a:ext uri="{FF2B5EF4-FFF2-40B4-BE49-F238E27FC236}">
                <a16:creationId xmlns:a16="http://schemas.microsoft.com/office/drawing/2014/main" id="{A42C2D85-03CB-561B-7399-61273A8EB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64122"/>
            <a:ext cx="10179170" cy="10038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5641BD-D4A4-2DE2-20F1-8E9A2F1C12BF}"/>
              </a:ext>
            </a:extLst>
          </p:cNvPr>
          <p:cNvSpPr txBox="1"/>
          <p:nvPr/>
        </p:nvSpPr>
        <p:spPr>
          <a:xfrm>
            <a:off x="992038" y="994790"/>
            <a:ext cx="5037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Cost function adjoint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495B0-2764-1AAF-58B6-47CA00AA8849}"/>
              </a:ext>
            </a:extLst>
          </p:cNvPr>
          <p:cNvSpPr txBox="1"/>
          <p:nvPr/>
        </p:nvSpPr>
        <p:spPr>
          <a:xfrm>
            <a:off x="983411" y="3429000"/>
            <a:ext cx="5037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Q of LQR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6B3D2-3D2F-92D1-EF92-F4B9BB942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693" y="3941863"/>
            <a:ext cx="4047767" cy="130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77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C73EF-8E95-A4DA-8371-B4127DB3C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Non-isothermal sloshing?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91C17-DB38-206C-CFDD-798EB9E11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12" y="1500996"/>
            <a:ext cx="9498507" cy="51414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0DE819-FFC1-EB6F-31B5-4DB29CD34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199" y="3700029"/>
            <a:ext cx="3852038" cy="27928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CBC46B-521D-8E9E-8610-06EDAC4316A4}"/>
                  </a:ext>
                </a:extLst>
              </p:cNvPr>
              <p:cNvSpPr txBox="1"/>
              <p:nvPr/>
            </p:nvSpPr>
            <p:spPr>
              <a:xfrm>
                <a:off x="8199407" y="879864"/>
                <a:ext cx="2018373" cy="6211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CBC46B-521D-8E9E-8610-06EDAC431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407" y="879864"/>
                <a:ext cx="2018373" cy="6211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669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C1F72-6D69-4016-03F9-87033031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40FF2-1014-7F84-0A74-962B485B9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Non-isothermal sloshing?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C1996A-AB3E-76CA-15FF-8AB55372A0FB}"/>
                  </a:ext>
                </a:extLst>
              </p:cNvPr>
              <p:cNvSpPr txBox="1"/>
              <p:nvPr/>
            </p:nvSpPr>
            <p:spPr>
              <a:xfrm>
                <a:off x="9731112" y="1190430"/>
                <a:ext cx="2018373" cy="6211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C1996A-AB3E-76CA-15FF-8AB55372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112" y="1190430"/>
                <a:ext cx="2018373" cy="6211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9900F5-A24E-896D-18AE-5ED3D891392F}"/>
                  </a:ext>
                </a:extLst>
              </p:cNvPr>
              <p:cNvSpPr txBox="1"/>
              <p:nvPr/>
            </p:nvSpPr>
            <p:spPr>
              <a:xfrm>
                <a:off x="9916064" y="2844416"/>
                <a:ext cx="1679370" cy="584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9900F5-A24E-896D-18AE-5ED3D8913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6064" y="2844416"/>
                <a:ext cx="1679370" cy="584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9045ACEB-523C-BD50-8F3B-E47CC90FCD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52"/>
          <a:stretch>
            <a:fillRect/>
          </a:stretch>
        </p:blipFill>
        <p:spPr>
          <a:xfrm>
            <a:off x="204089" y="1918253"/>
            <a:ext cx="7818477" cy="40461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CC5695-4051-022B-1427-8B92D1328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651" y="3627159"/>
            <a:ext cx="4542527" cy="329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93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9EF7A-F3B1-4648-24F8-BF0E85C7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case: Run004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9FD09-3032-8BF6-FBB4-35EDB4EE6278}"/>
              </a:ext>
            </a:extLst>
          </p:cNvPr>
          <p:cNvSpPr txBox="1"/>
          <p:nvPr/>
        </p:nvSpPr>
        <p:spPr>
          <a:xfrm>
            <a:off x="7203513" y="1173192"/>
            <a:ext cx="2432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green I will repeat….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BA3F8F-8033-524D-6485-C81DE9418601}"/>
                  </a:ext>
                </a:extLst>
              </p:cNvPr>
              <p:cNvSpPr txBox="1"/>
              <p:nvPr/>
            </p:nvSpPr>
            <p:spPr>
              <a:xfrm>
                <a:off x="9916064" y="2844416"/>
                <a:ext cx="1679370" cy="584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BA3F8F-8033-524D-6485-C81DE9418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6064" y="2844416"/>
                <a:ext cx="1679370" cy="5845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00440C-5C2E-1CB6-FD39-C7004037AFEE}"/>
                  </a:ext>
                </a:extLst>
              </p:cNvPr>
              <p:cNvSpPr txBox="1"/>
              <p:nvPr/>
            </p:nvSpPr>
            <p:spPr>
              <a:xfrm>
                <a:off x="9731112" y="1190430"/>
                <a:ext cx="2018373" cy="6211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00440C-5C2E-1CB6-FD39-C7004037A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112" y="1190430"/>
                <a:ext cx="2018373" cy="6211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5AA8EAA8-BCEF-FE1C-436F-4ECC8ED13D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87"/>
          <a:stretch>
            <a:fillRect/>
          </a:stretch>
        </p:blipFill>
        <p:spPr>
          <a:xfrm>
            <a:off x="264474" y="2061713"/>
            <a:ext cx="8301368" cy="42502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4D45B1-5004-B9B4-7D8D-0CA620833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581" y="3585891"/>
            <a:ext cx="4513062" cy="32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806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677f82a-0032-424b-99e5-5fe06fa53796}" enabled="0" method="" siteId="{1677f82a-0032-424b-99e5-5fe06fa537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526</Words>
  <Application>Microsoft Office PowerPoint</Application>
  <PresentationFormat>Widescreen</PresentationFormat>
  <Paragraphs>85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Wingdings</vt:lpstr>
      <vt:lpstr>Office Theme</vt:lpstr>
      <vt:lpstr>MCK active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So,</vt:lpstr>
      <vt:lpstr>To do</vt:lpstr>
      <vt:lpstr>PowerPoint Presentation</vt:lpstr>
      <vt:lpstr>Non-isothermal sloshing?</vt:lpstr>
      <vt:lpstr>Non-isothermal sloshing?</vt:lpstr>
      <vt:lpstr>Other case: Run004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Tommaso De Maria</dc:creator>
  <cp:lastModifiedBy>Tommaso De Maria</cp:lastModifiedBy>
  <cp:revision>1</cp:revision>
  <dcterms:created xsi:type="dcterms:W3CDTF">2026-01-15T15:49:41Z</dcterms:created>
  <dcterms:modified xsi:type="dcterms:W3CDTF">2026-01-16T13:30:44Z</dcterms:modified>
</cp:coreProperties>
</file>