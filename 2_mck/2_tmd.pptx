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97CFCB-50A2-4777-A9D4-8635096736EF}">
          <p14:sldIdLst>
            <p14:sldId id="256"/>
          </p14:sldIdLst>
        </p14:section>
        <p14:section name="k2 constant" id="{9980AA5C-70A1-4E24-BE83-CF5300C6A0F9}">
          <p14:sldIdLst>
            <p14:sldId id="258"/>
            <p14:sldId id="259"/>
            <p14:sldId id="260"/>
          </p14:sldIdLst>
        </p14:section>
        <p14:section name="k2 control" id="{A85DC3F9-BCCA-4F51-82FD-D8BDBE11DA85}">
          <p14:sldIdLst>
            <p14:sldId id="261"/>
            <p14:sldId id="262"/>
          </p14:sldIdLst>
        </p14:section>
        <p14:section name="Adjoint" id="{AA5F15D7-291D-4847-B62C-4631E05F7C23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74153-489B-4C29-9758-6F7221349035}" v="377" dt="2025-12-09T15:50:28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De Maria" userId="a1aff584-9d9f-4d83-9abb-8da82ee4de2e" providerId="ADAL" clId="{A0BF42A4-B355-42D4-AEF7-64A16C882F43}"/>
    <pc:docChg chg="undo custSel addSld delSld modSld addSection modSection">
      <pc:chgData name="Tommaso De Maria" userId="a1aff584-9d9f-4d83-9abb-8da82ee4de2e" providerId="ADAL" clId="{A0BF42A4-B355-42D4-AEF7-64A16C882F43}" dt="2025-12-09T15:50:28.001" v="1267" actId="20577"/>
      <pc:docMkLst>
        <pc:docMk/>
      </pc:docMkLst>
      <pc:sldChg chg="addSp delSp modSp new mod">
        <pc:chgData name="Tommaso De Maria" userId="a1aff584-9d9f-4d83-9abb-8da82ee4de2e" providerId="ADAL" clId="{A0BF42A4-B355-42D4-AEF7-64A16C882F43}" dt="2025-11-26T14:49:07.603" v="176" actId="478"/>
        <pc:sldMkLst>
          <pc:docMk/>
          <pc:sldMk cId="4014009446" sldId="256"/>
        </pc:sldMkLst>
        <pc:spChg chg="mod">
          <ac:chgData name="Tommaso De Maria" userId="a1aff584-9d9f-4d83-9abb-8da82ee4de2e" providerId="ADAL" clId="{A0BF42A4-B355-42D4-AEF7-64A16C882F43}" dt="2025-11-26T12:43:09.076" v="67" actId="20577"/>
          <ac:spMkLst>
            <pc:docMk/>
            <pc:sldMk cId="4014009446" sldId="256"/>
            <ac:spMk id="2" creationId="{5B1BF3B3-FE25-0D15-6B2F-ADFF87FAB5D8}"/>
          </ac:spMkLst>
        </pc:spChg>
        <pc:spChg chg="add mod">
          <ac:chgData name="Tommaso De Maria" userId="a1aff584-9d9f-4d83-9abb-8da82ee4de2e" providerId="ADAL" clId="{A0BF42A4-B355-42D4-AEF7-64A16C882F43}" dt="2025-11-26T14:46:33.002" v="133"/>
          <ac:spMkLst>
            <pc:docMk/>
            <pc:sldMk cId="4014009446" sldId="256"/>
            <ac:spMk id="4" creationId="{4AA37774-7637-73FB-2F01-AD2AED30326C}"/>
          </ac:spMkLst>
        </pc:spChg>
      </pc:sldChg>
      <pc:sldChg chg="addSp modSp add del mod">
        <pc:chgData name="Tommaso De Maria" userId="a1aff584-9d9f-4d83-9abb-8da82ee4de2e" providerId="ADAL" clId="{A0BF42A4-B355-42D4-AEF7-64A16C882F43}" dt="2025-12-09T15:50:28.001" v="1267" actId="20577"/>
        <pc:sldMkLst>
          <pc:docMk/>
          <pc:sldMk cId="1775486513" sldId="258"/>
        </pc:sldMkLst>
        <pc:spChg chg="mod">
          <ac:chgData name="Tommaso De Maria" userId="a1aff584-9d9f-4d83-9abb-8da82ee4de2e" providerId="ADAL" clId="{A0BF42A4-B355-42D4-AEF7-64A16C882F43}" dt="2025-12-09T15:50:21.472" v="1259" actId="1076"/>
          <ac:spMkLst>
            <pc:docMk/>
            <pc:sldMk cId="1775486513" sldId="258"/>
            <ac:spMk id="6" creationId="{44330254-027F-F68F-5FAE-2474276E7639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8" creationId="{9E9F5637-F79E-C7CF-8DB0-7E81A670671B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10" creationId="{D7985188-9858-8659-5877-474259A66A33}"/>
          </ac:spMkLst>
        </pc:spChg>
        <pc:spChg chg="mod">
          <ac:chgData name="Tommaso De Maria" userId="a1aff584-9d9f-4d83-9abb-8da82ee4de2e" providerId="ADAL" clId="{A0BF42A4-B355-42D4-AEF7-64A16C882F43}" dt="2025-12-09T15:50:28.001" v="1267" actId="20577"/>
          <ac:spMkLst>
            <pc:docMk/>
            <pc:sldMk cId="1775486513" sldId="258"/>
            <ac:spMk id="11" creationId="{A4E76492-219E-16B9-C33F-AA9E7E35C272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12" creationId="{5D464AE0-43FE-E802-4C19-FFDAECEFAB40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13" creationId="{F2EB835D-5FA8-C7F7-3573-392A435770D4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14" creationId="{D4E7EDC8-7445-31FE-51D2-5F8990C8C555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15" creationId="{99C0FE5F-A2BD-490F-6AED-2E33FC370E7B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16" creationId="{7ACA15E2-5B40-C184-484C-8B2B44A0E2D2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23" creationId="{2178B241-60D6-CD34-ED92-301C70042425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24" creationId="{492A84E2-9762-DE3C-9C1B-D95B8B6476B8}"/>
          </ac:spMkLst>
        </pc:spChg>
        <pc:spChg chg="mod">
          <ac:chgData name="Tommaso De Maria" userId="a1aff584-9d9f-4d83-9abb-8da82ee4de2e" providerId="ADAL" clId="{A0BF42A4-B355-42D4-AEF7-64A16C882F43}" dt="2025-12-09T15:50:25.251" v="1263" actId="20577"/>
          <ac:spMkLst>
            <pc:docMk/>
            <pc:sldMk cId="1775486513" sldId="258"/>
            <ac:spMk id="25" creationId="{B4A15934-FD64-F034-E38F-90A85752D461}"/>
          </ac:spMkLst>
        </pc:spChg>
        <pc:spChg chg="add mod">
          <ac:chgData name="Tommaso De Maria" userId="a1aff584-9d9f-4d83-9abb-8da82ee4de2e" providerId="ADAL" clId="{A0BF42A4-B355-42D4-AEF7-64A16C882F43}" dt="2025-11-27T10:48:41.486" v="960" actId="208"/>
          <ac:spMkLst>
            <pc:docMk/>
            <pc:sldMk cId="1775486513" sldId="258"/>
            <ac:spMk id="80" creationId="{CF610C45-C941-6706-EFFB-A9745A7CC857}"/>
          </ac:spMkLst>
        </pc:spChg>
        <pc:spChg chg="mod">
          <ac:chgData name="Tommaso De Maria" userId="a1aff584-9d9f-4d83-9abb-8da82ee4de2e" providerId="ADAL" clId="{A0BF42A4-B355-42D4-AEF7-64A16C882F43}" dt="2025-11-27T08:26:55.861" v="319" actId="1076"/>
          <ac:spMkLst>
            <pc:docMk/>
            <pc:sldMk cId="1775486513" sldId="258"/>
            <ac:spMk id="81" creationId="{B069397C-FE81-50E5-C39D-CA5F8C681219}"/>
          </ac:spMkLst>
        </pc:spChg>
        <pc:picChg chg="add mod">
          <ac:chgData name="Tommaso De Maria" userId="a1aff584-9d9f-4d83-9abb-8da82ee4de2e" providerId="ADAL" clId="{A0BF42A4-B355-42D4-AEF7-64A16C882F43}" dt="2025-11-27T08:26:06.982" v="317" actId="1076"/>
          <ac:picMkLst>
            <pc:docMk/>
            <pc:sldMk cId="1775486513" sldId="258"/>
            <ac:picMk id="79" creationId="{6F139264-4216-E827-6A50-B590244792EE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5-11-27T13:22:12.195" v="994" actId="14100"/>
        <pc:sldMkLst>
          <pc:docMk/>
          <pc:sldMk cId="4224931088" sldId="259"/>
        </pc:sldMkLst>
        <pc:spChg chg="mod">
          <ac:chgData name="Tommaso De Maria" userId="a1aff584-9d9f-4d83-9abb-8da82ee4de2e" providerId="ADAL" clId="{A0BF42A4-B355-42D4-AEF7-64A16C882F43}" dt="2025-11-27T13:22:12.195" v="994" actId="14100"/>
          <ac:spMkLst>
            <pc:docMk/>
            <pc:sldMk cId="4224931088" sldId="259"/>
            <ac:spMk id="2" creationId="{38A3BDEC-C83B-1604-3C11-10BA06395AEA}"/>
          </ac:spMkLst>
        </pc:spChg>
        <pc:picChg chg="add mod">
          <ac:chgData name="Tommaso De Maria" userId="a1aff584-9d9f-4d83-9abb-8da82ee4de2e" providerId="ADAL" clId="{A0BF42A4-B355-42D4-AEF7-64A16C882F43}" dt="2025-11-27T10:48:45.774" v="961" actId="1076"/>
          <ac:picMkLst>
            <pc:docMk/>
            <pc:sldMk cId="4224931088" sldId="259"/>
            <ac:picMk id="11" creationId="{B762DC40-BE8A-07C6-BD53-7DE23438C72A}"/>
          </ac:picMkLst>
        </pc:picChg>
        <pc:picChg chg="add mod">
          <ac:chgData name="Tommaso De Maria" userId="a1aff584-9d9f-4d83-9abb-8da82ee4de2e" providerId="ADAL" clId="{A0BF42A4-B355-42D4-AEF7-64A16C882F43}" dt="2025-11-27T09:13:22.847" v="822" actId="1076"/>
          <ac:picMkLst>
            <pc:docMk/>
            <pc:sldMk cId="4224931088" sldId="259"/>
            <ac:picMk id="13" creationId="{586B2B49-148F-8899-0EC3-1AD3C862846B}"/>
          </ac:picMkLst>
        </pc:picChg>
        <pc:picChg chg="add mod">
          <ac:chgData name="Tommaso De Maria" userId="a1aff584-9d9f-4d83-9abb-8da82ee4de2e" providerId="ADAL" clId="{A0BF42A4-B355-42D4-AEF7-64A16C882F43}" dt="2025-11-27T09:13:34" v="826" actId="1076"/>
          <ac:picMkLst>
            <pc:docMk/>
            <pc:sldMk cId="4224931088" sldId="259"/>
            <ac:picMk id="15" creationId="{89F0A931-E0BC-13EF-355F-34C3462A19E0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5-11-27T09:14:13.537" v="835" actId="1076"/>
        <pc:sldMkLst>
          <pc:docMk/>
          <pc:sldMk cId="992455430" sldId="260"/>
        </pc:sldMkLst>
        <pc:spChg chg="mod">
          <ac:chgData name="Tommaso De Maria" userId="a1aff584-9d9f-4d83-9abb-8da82ee4de2e" providerId="ADAL" clId="{A0BF42A4-B355-42D4-AEF7-64A16C882F43}" dt="2025-11-27T08:23:10.696" v="270" actId="20577"/>
          <ac:spMkLst>
            <pc:docMk/>
            <pc:sldMk cId="992455430" sldId="260"/>
            <ac:spMk id="2" creationId="{8AD680EF-2E7E-303D-BEB4-9625B3F2F1C0}"/>
          </ac:spMkLst>
        </pc:spChg>
        <pc:spChg chg="add mod">
          <ac:chgData name="Tommaso De Maria" userId="a1aff584-9d9f-4d83-9abb-8da82ee4de2e" providerId="ADAL" clId="{A0BF42A4-B355-42D4-AEF7-64A16C882F43}" dt="2025-11-27T08:24:50.021" v="309" actId="20577"/>
          <ac:spMkLst>
            <pc:docMk/>
            <pc:sldMk cId="992455430" sldId="260"/>
            <ac:spMk id="4" creationId="{BD8A85EE-5715-D463-D98D-1F73E552AE87}"/>
          </ac:spMkLst>
        </pc:spChg>
        <pc:spChg chg="add mod">
          <ac:chgData name="Tommaso De Maria" userId="a1aff584-9d9f-4d83-9abb-8da82ee4de2e" providerId="ADAL" clId="{A0BF42A4-B355-42D4-AEF7-64A16C882F43}" dt="2025-11-27T08:29:50.671" v="389" actId="14100"/>
          <ac:spMkLst>
            <pc:docMk/>
            <pc:sldMk cId="992455430" sldId="260"/>
            <ac:spMk id="10" creationId="{E6A2B84F-FF71-1228-AE14-96B73B39914F}"/>
          </ac:spMkLst>
        </pc:spChg>
        <pc:spChg chg="add mod">
          <ac:chgData name="Tommaso De Maria" userId="a1aff584-9d9f-4d83-9abb-8da82ee4de2e" providerId="ADAL" clId="{A0BF42A4-B355-42D4-AEF7-64A16C882F43}" dt="2025-11-27T09:05:06.866" v="672" actId="207"/>
          <ac:spMkLst>
            <pc:docMk/>
            <pc:sldMk cId="992455430" sldId="260"/>
            <ac:spMk id="11" creationId="{2D2AAB62-4B11-D0EB-B43F-D9C6914686B5}"/>
          </ac:spMkLst>
        </pc:spChg>
        <pc:spChg chg="add mod">
          <ac:chgData name="Tommaso De Maria" userId="a1aff584-9d9f-4d83-9abb-8da82ee4de2e" providerId="ADAL" clId="{A0BF42A4-B355-42D4-AEF7-64A16C882F43}" dt="2025-11-27T09:14:13.537" v="835" actId="1076"/>
          <ac:spMkLst>
            <pc:docMk/>
            <pc:sldMk cId="992455430" sldId="260"/>
            <ac:spMk id="15" creationId="{EF38B02B-69EF-6FCF-1C6B-6599F20D82FE}"/>
          </ac:spMkLst>
        </pc:spChg>
        <pc:spChg chg="add mod">
          <ac:chgData name="Tommaso De Maria" userId="a1aff584-9d9f-4d83-9abb-8da82ee4de2e" providerId="ADAL" clId="{A0BF42A4-B355-42D4-AEF7-64A16C882F43}" dt="2025-11-27T09:14:04.439" v="833" actId="1076"/>
          <ac:spMkLst>
            <pc:docMk/>
            <pc:sldMk cId="992455430" sldId="260"/>
            <ac:spMk id="16" creationId="{7AA007D8-C9D6-971E-3493-3DDA78159AF0}"/>
          </ac:spMkLst>
        </pc:spChg>
        <pc:spChg chg="add mod">
          <ac:chgData name="Tommaso De Maria" userId="a1aff584-9d9f-4d83-9abb-8da82ee4de2e" providerId="ADAL" clId="{A0BF42A4-B355-42D4-AEF7-64A16C882F43}" dt="2025-11-27T08:36:12.334" v="523" actId="1076"/>
          <ac:spMkLst>
            <pc:docMk/>
            <pc:sldMk cId="992455430" sldId="260"/>
            <ac:spMk id="19" creationId="{137BFC8A-F37D-8E3B-C41B-790A32ECD8B7}"/>
          </ac:spMkLst>
        </pc:spChg>
        <pc:spChg chg="add mod">
          <ac:chgData name="Tommaso De Maria" userId="a1aff584-9d9f-4d83-9abb-8da82ee4de2e" providerId="ADAL" clId="{A0BF42A4-B355-42D4-AEF7-64A16C882F43}" dt="2025-11-27T09:12:59.387" v="819" actId="1076"/>
          <ac:spMkLst>
            <pc:docMk/>
            <pc:sldMk cId="992455430" sldId="260"/>
            <ac:spMk id="20" creationId="{5C4B4E86-44B2-26FF-FD8A-29DEC1475550}"/>
          </ac:spMkLst>
        </pc:spChg>
        <pc:picChg chg="add mod modCrop">
          <ac:chgData name="Tommaso De Maria" userId="a1aff584-9d9f-4d83-9abb-8da82ee4de2e" providerId="ADAL" clId="{A0BF42A4-B355-42D4-AEF7-64A16C882F43}" dt="2025-11-27T08:28:11.213" v="367" actId="732"/>
          <ac:picMkLst>
            <pc:docMk/>
            <pc:sldMk cId="992455430" sldId="260"/>
            <ac:picMk id="9" creationId="{CE1E565E-3BF5-D76D-451C-0E2E8E93180E}"/>
          </ac:picMkLst>
        </pc:picChg>
        <pc:picChg chg="add mod ord">
          <ac:chgData name="Tommaso De Maria" userId="a1aff584-9d9f-4d83-9abb-8da82ee4de2e" providerId="ADAL" clId="{A0BF42A4-B355-42D4-AEF7-64A16C882F43}" dt="2025-11-27T09:13:58.778" v="832" actId="1076"/>
          <ac:picMkLst>
            <pc:docMk/>
            <pc:sldMk cId="992455430" sldId="260"/>
            <ac:picMk id="22" creationId="{6459F377-2E3E-ACF9-C204-27B5A7EA9A32}"/>
          </ac:picMkLst>
        </pc:picChg>
        <pc:cxnChg chg="add mod">
          <ac:chgData name="Tommaso De Maria" userId="a1aff584-9d9f-4d83-9abb-8da82ee4de2e" providerId="ADAL" clId="{A0BF42A4-B355-42D4-AEF7-64A16C882F43}" dt="2025-11-27T09:14:07.259" v="834" actId="14100"/>
          <ac:cxnSpMkLst>
            <pc:docMk/>
            <pc:sldMk cId="992455430" sldId="260"/>
            <ac:cxnSpMk id="18" creationId="{E3B1FAFE-26E3-69F3-3163-F68A253B85C9}"/>
          </ac:cxnSpMkLst>
        </pc:cxnChg>
      </pc:sldChg>
      <pc:sldChg chg="addSp delSp modSp new mod">
        <pc:chgData name="Tommaso De Maria" userId="a1aff584-9d9f-4d83-9abb-8da82ee4de2e" providerId="ADAL" clId="{A0BF42A4-B355-42D4-AEF7-64A16C882F43}" dt="2025-11-27T15:27:46.287" v="1013" actId="1076"/>
        <pc:sldMkLst>
          <pc:docMk/>
          <pc:sldMk cId="3069231169" sldId="261"/>
        </pc:sldMkLst>
        <pc:spChg chg="mod">
          <ac:chgData name="Tommaso De Maria" userId="a1aff584-9d9f-4d83-9abb-8da82ee4de2e" providerId="ADAL" clId="{A0BF42A4-B355-42D4-AEF7-64A16C882F43}" dt="2025-11-27T09:06:36.646" v="733" actId="20577"/>
          <ac:spMkLst>
            <pc:docMk/>
            <pc:sldMk cId="3069231169" sldId="261"/>
            <ac:spMk id="2" creationId="{BADB513E-7585-604E-0F0D-FEA61835C954}"/>
          </ac:spMkLst>
        </pc:spChg>
        <pc:spChg chg="add mod">
          <ac:chgData name="Tommaso De Maria" userId="a1aff584-9d9f-4d83-9abb-8da82ee4de2e" providerId="ADAL" clId="{A0BF42A4-B355-42D4-AEF7-64A16C882F43}" dt="2025-11-27T09:16:58.539" v="837" actId="1076"/>
          <ac:spMkLst>
            <pc:docMk/>
            <pc:sldMk cId="3069231169" sldId="261"/>
            <ac:spMk id="4" creationId="{0B8E40E9-89CB-BA1A-7187-6B6DC5856EE7}"/>
          </ac:spMkLst>
        </pc:spChg>
        <pc:spChg chg="add mod">
          <ac:chgData name="Tommaso De Maria" userId="a1aff584-9d9f-4d83-9abb-8da82ee4de2e" providerId="ADAL" clId="{A0BF42A4-B355-42D4-AEF7-64A16C882F43}" dt="2025-11-27T09:11:46.077" v="804" actId="1076"/>
          <ac:spMkLst>
            <pc:docMk/>
            <pc:sldMk cId="3069231169" sldId="261"/>
            <ac:spMk id="13" creationId="{20E8D453-C400-337C-A403-A9C891A85F47}"/>
          </ac:spMkLst>
        </pc:spChg>
        <pc:spChg chg="add mod">
          <ac:chgData name="Tommaso De Maria" userId="a1aff584-9d9f-4d83-9abb-8da82ee4de2e" providerId="ADAL" clId="{A0BF42A4-B355-42D4-AEF7-64A16C882F43}" dt="2025-11-27T09:20:27.871" v="916" actId="1076"/>
          <ac:spMkLst>
            <pc:docMk/>
            <pc:sldMk cId="3069231169" sldId="261"/>
            <ac:spMk id="14" creationId="{1ACFF4CC-37F7-18E9-1839-4E67E2EEE734}"/>
          </ac:spMkLst>
        </pc:spChg>
        <pc:picChg chg="add mod">
          <ac:chgData name="Tommaso De Maria" userId="a1aff584-9d9f-4d83-9abb-8da82ee4de2e" providerId="ADAL" clId="{A0BF42A4-B355-42D4-AEF7-64A16C882F43}" dt="2025-11-27T09:12:08.029" v="806" actId="1076"/>
          <ac:picMkLst>
            <pc:docMk/>
            <pc:sldMk cId="3069231169" sldId="261"/>
            <ac:picMk id="10" creationId="{FD4DF9F5-C31F-92B3-6DC3-31A6DF48CB4B}"/>
          </ac:picMkLst>
        </pc:picChg>
        <pc:picChg chg="add mod">
          <ac:chgData name="Tommaso De Maria" userId="a1aff584-9d9f-4d83-9abb-8da82ee4de2e" providerId="ADAL" clId="{A0BF42A4-B355-42D4-AEF7-64A16C882F43}" dt="2025-11-27T09:29:40.156" v="941" actId="1076"/>
          <ac:picMkLst>
            <pc:docMk/>
            <pc:sldMk cId="3069231169" sldId="261"/>
            <ac:picMk id="12" creationId="{ADCFB75A-5E22-C2BA-F480-A8B6B2F56964}"/>
          </ac:picMkLst>
        </pc:picChg>
        <pc:picChg chg="add mod">
          <ac:chgData name="Tommaso De Maria" userId="a1aff584-9d9f-4d83-9abb-8da82ee4de2e" providerId="ADAL" clId="{A0BF42A4-B355-42D4-AEF7-64A16C882F43}" dt="2025-11-27T15:27:46.287" v="1013" actId="1076"/>
          <ac:picMkLst>
            <pc:docMk/>
            <pc:sldMk cId="3069231169" sldId="261"/>
            <ac:picMk id="15" creationId="{CFAB508B-536B-A89A-D312-F3DDB78C73D3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5-11-27T09:19:32.258" v="914" actId="1076"/>
        <pc:sldMkLst>
          <pc:docMk/>
          <pc:sldMk cId="3368452305" sldId="262"/>
        </pc:sldMkLst>
        <pc:spChg chg="mod">
          <ac:chgData name="Tommaso De Maria" userId="a1aff584-9d9f-4d83-9abb-8da82ee4de2e" providerId="ADAL" clId="{A0BF42A4-B355-42D4-AEF7-64A16C882F43}" dt="2025-11-27T09:17:07.719" v="858" actId="20577"/>
          <ac:spMkLst>
            <pc:docMk/>
            <pc:sldMk cId="3368452305" sldId="262"/>
            <ac:spMk id="2" creationId="{EF89BFFE-A7F7-8A76-3DB3-AB0EBDD7F629}"/>
          </ac:spMkLst>
        </pc:spChg>
        <pc:spChg chg="add mod">
          <ac:chgData name="Tommaso De Maria" userId="a1aff584-9d9f-4d83-9abb-8da82ee4de2e" providerId="ADAL" clId="{A0BF42A4-B355-42D4-AEF7-64A16C882F43}" dt="2025-11-27T09:19:32.258" v="914" actId="1076"/>
          <ac:spMkLst>
            <pc:docMk/>
            <pc:sldMk cId="3368452305" sldId="262"/>
            <ac:spMk id="6" creationId="{327077C5-F03D-27C5-000A-2A841436F02F}"/>
          </ac:spMkLst>
        </pc:spChg>
        <pc:spChg chg="add mod">
          <ac:chgData name="Tommaso De Maria" userId="a1aff584-9d9f-4d83-9abb-8da82ee4de2e" providerId="ADAL" clId="{A0BF42A4-B355-42D4-AEF7-64A16C882F43}" dt="2025-11-27T09:19:25.368" v="913" actId="1076"/>
          <ac:spMkLst>
            <pc:docMk/>
            <pc:sldMk cId="3368452305" sldId="262"/>
            <ac:spMk id="10" creationId="{71BB875C-D060-3923-008F-8F5C1261D68C}"/>
          </ac:spMkLst>
        </pc:spChg>
        <pc:spChg chg="add mod">
          <ac:chgData name="Tommaso De Maria" userId="a1aff584-9d9f-4d83-9abb-8da82ee4de2e" providerId="ADAL" clId="{A0BF42A4-B355-42D4-AEF7-64A16C882F43}" dt="2025-11-27T09:19:21.272" v="912" actId="20577"/>
          <ac:spMkLst>
            <pc:docMk/>
            <pc:sldMk cId="3368452305" sldId="262"/>
            <ac:spMk id="13" creationId="{21813C41-44CB-5D3F-8D08-A91858507C49}"/>
          </ac:spMkLst>
        </pc:spChg>
        <pc:picChg chg="add mod">
          <ac:chgData name="Tommaso De Maria" userId="a1aff584-9d9f-4d83-9abb-8da82ee4de2e" providerId="ADAL" clId="{A0BF42A4-B355-42D4-AEF7-64A16C882F43}" dt="2025-11-27T09:18:48.300" v="902" actId="1076"/>
          <ac:picMkLst>
            <pc:docMk/>
            <pc:sldMk cId="3368452305" sldId="262"/>
            <ac:picMk id="5" creationId="{9A4075B3-60BA-70B7-771D-00C419A85694}"/>
          </ac:picMkLst>
        </pc:picChg>
        <pc:picChg chg="add mod">
          <ac:chgData name="Tommaso De Maria" userId="a1aff584-9d9f-4d83-9abb-8da82ee4de2e" providerId="ADAL" clId="{A0BF42A4-B355-42D4-AEF7-64A16C882F43}" dt="2025-11-27T09:18:32.649" v="894" actId="1076"/>
          <ac:picMkLst>
            <pc:docMk/>
            <pc:sldMk cId="3368452305" sldId="262"/>
            <ac:picMk id="8" creationId="{9E1CFA65-7FD9-B2C0-E25E-FB706C27AA13}"/>
          </ac:picMkLst>
        </pc:picChg>
        <pc:picChg chg="add mod">
          <ac:chgData name="Tommaso De Maria" userId="a1aff584-9d9f-4d83-9abb-8da82ee4de2e" providerId="ADAL" clId="{A0BF42A4-B355-42D4-AEF7-64A16C882F43}" dt="2025-11-27T09:19:12.179" v="907" actId="1076"/>
          <ac:picMkLst>
            <pc:docMk/>
            <pc:sldMk cId="3368452305" sldId="262"/>
            <ac:picMk id="12" creationId="{11E87C1A-AE94-A66C-ADA2-2B52CE66D860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5-11-28T08:50:21.361" v="1237" actId="1076"/>
        <pc:sldMkLst>
          <pc:docMk/>
          <pc:sldMk cId="3905108089" sldId="263"/>
        </pc:sldMkLst>
        <pc:spChg chg="mod">
          <ac:chgData name="Tommaso De Maria" userId="a1aff584-9d9f-4d83-9abb-8da82ee4de2e" providerId="ADAL" clId="{A0BF42A4-B355-42D4-AEF7-64A16C882F43}" dt="2025-11-27T15:23:10.285" v="1012" actId="20577"/>
          <ac:spMkLst>
            <pc:docMk/>
            <pc:sldMk cId="3905108089" sldId="263"/>
            <ac:spMk id="2" creationId="{334B131F-793C-4A44-7718-E88A1374C694}"/>
          </ac:spMkLst>
        </pc:spChg>
        <pc:spChg chg="add mod">
          <ac:chgData name="Tommaso De Maria" userId="a1aff584-9d9f-4d83-9abb-8da82ee4de2e" providerId="ADAL" clId="{A0BF42A4-B355-42D4-AEF7-64A16C882F43}" dt="2025-11-28T08:50:21.361" v="1237" actId="1076"/>
          <ac:spMkLst>
            <pc:docMk/>
            <pc:sldMk cId="3905108089" sldId="263"/>
            <ac:spMk id="3" creationId="{E35C2B4F-2B82-1CAF-33A0-3373D3817BAC}"/>
          </ac:spMkLst>
        </pc:spChg>
        <pc:spChg chg="add mod">
          <ac:chgData name="Tommaso De Maria" userId="a1aff584-9d9f-4d83-9abb-8da82ee4de2e" providerId="ADAL" clId="{A0BF42A4-B355-42D4-AEF7-64A16C882F43}" dt="2025-11-27T15:28:01.686" v="1014" actId="1076"/>
          <ac:spMkLst>
            <pc:docMk/>
            <pc:sldMk cId="3905108089" sldId="263"/>
            <ac:spMk id="8" creationId="{527C7A3A-6FFB-1BEE-9D2C-C9126483CE2B}"/>
          </ac:spMkLst>
        </pc:spChg>
        <pc:picChg chg="add mod ord">
          <ac:chgData name="Tommaso De Maria" userId="a1aff584-9d9f-4d83-9abb-8da82ee4de2e" providerId="ADAL" clId="{A0BF42A4-B355-42D4-AEF7-64A16C882F43}" dt="2025-11-27T10:39:19.320" v="955" actId="1076"/>
          <ac:picMkLst>
            <pc:docMk/>
            <pc:sldMk cId="3905108089" sldId="263"/>
            <ac:picMk id="5" creationId="{840443F5-F161-5F87-9A5D-0D4E0C307994}"/>
          </ac:picMkLst>
        </pc:picChg>
        <pc:picChg chg="add mod">
          <ac:chgData name="Tommaso De Maria" userId="a1aff584-9d9f-4d83-9abb-8da82ee4de2e" providerId="ADAL" clId="{A0BF42A4-B355-42D4-AEF7-64A16C882F43}" dt="2025-11-27T10:52:26.771" v="972" actId="1076"/>
          <ac:picMkLst>
            <pc:docMk/>
            <pc:sldMk cId="3905108089" sldId="263"/>
            <ac:picMk id="12" creationId="{F64346E6-C757-2DDC-D2FC-17F8D44C3D85}"/>
          </ac:picMkLst>
        </pc:picChg>
        <pc:picChg chg="add mod">
          <ac:chgData name="Tommaso De Maria" userId="a1aff584-9d9f-4d83-9abb-8da82ee4de2e" providerId="ADAL" clId="{A0BF42A4-B355-42D4-AEF7-64A16C882F43}" dt="2025-11-27T10:52:21.901" v="969" actId="1076"/>
          <ac:picMkLst>
            <pc:docMk/>
            <pc:sldMk cId="3905108089" sldId="263"/>
            <ac:picMk id="14" creationId="{D8F46542-79FA-D8DA-5F02-F9630EC51A07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5-11-28T08:47:32.990" v="1108" actId="207"/>
        <pc:sldMkLst>
          <pc:docMk/>
          <pc:sldMk cId="898691770" sldId="264"/>
        </pc:sldMkLst>
        <pc:spChg chg="mod">
          <ac:chgData name="Tommaso De Maria" userId="a1aff584-9d9f-4d83-9abb-8da82ee4de2e" providerId="ADAL" clId="{A0BF42A4-B355-42D4-AEF7-64A16C882F43}" dt="2025-11-27T15:33:11.585" v="1031" actId="20577"/>
          <ac:spMkLst>
            <pc:docMk/>
            <pc:sldMk cId="898691770" sldId="264"/>
            <ac:spMk id="2" creationId="{37E25872-C825-BA45-FEDC-AF4D87D2E60F}"/>
          </ac:spMkLst>
        </pc:spChg>
        <pc:spChg chg="add mod">
          <ac:chgData name="Tommaso De Maria" userId="a1aff584-9d9f-4d83-9abb-8da82ee4de2e" providerId="ADAL" clId="{A0BF42A4-B355-42D4-AEF7-64A16C882F43}" dt="2025-11-27T15:36:18.408" v="1065" actId="1076"/>
          <ac:spMkLst>
            <pc:docMk/>
            <pc:sldMk cId="898691770" sldId="264"/>
            <ac:spMk id="4" creationId="{E8B2C72E-E041-D4F1-0018-E70749AC56DB}"/>
          </ac:spMkLst>
        </pc:spChg>
        <pc:spChg chg="add mod">
          <ac:chgData name="Tommaso De Maria" userId="a1aff584-9d9f-4d83-9abb-8da82ee4de2e" providerId="ADAL" clId="{A0BF42A4-B355-42D4-AEF7-64A16C882F43}" dt="2025-11-28T08:47:32.990" v="1108" actId="207"/>
          <ac:spMkLst>
            <pc:docMk/>
            <pc:sldMk cId="898691770" sldId="264"/>
            <ac:spMk id="9" creationId="{F4D80B2B-E236-4F19-EEF4-10B8408C5A8F}"/>
          </ac:spMkLst>
        </pc:spChg>
        <pc:spChg chg="add mod">
          <ac:chgData name="Tommaso De Maria" userId="a1aff584-9d9f-4d83-9abb-8da82ee4de2e" providerId="ADAL" clId="{A0BF42A4-B355-42D4-AEF7-64A16C882F43}" dt="2025-11-27T15:40:30.623" v="1105" actId="207"/>
          <ac:spMkLst>
            <pc:docMk/>
            <pc:sldMk cId="898691770" sldId="264"/>
            <ac:spMk id="14" creationId="{FE9E4314-7C00-13E9-BDF5-7B614AAF511E}"/>
          </ac:spMkLst>
        </pc:spChg>
        <pc:picChg chg="add mod">
          <ac:chgData name="Tommaso De Maria" userId="a1aff584-9d9f-4d83-9abb-8da82ee4de2e" providerId="ADAL" clId="{A0BF42A4-B355-42D4-AEF7-64A16C882F43}" dt="2025-11-27T15:36:00.554" v="1064" actId="1076"/>
          <ac:picMkLst>
            <pc:docMk/>
            <pc:sldMk cId="898691770" sldId="264"/>
            <ac:picMk id="8" creationId="{2C52C6BD-B188-151E-B4D5-8E50133F1C8A}"/>
          </ac:picMkLst>
        </pc:picChg>
        <pc:picChg chg="add mod">
          <ac:chgData name="Tommaso De Maria" userId="a1aff584-9d9f-4d83-9abb-8da82ee4de2e" providerId="ADAL" clId="{A0BF42A4-B355-42D4-AEF7-64A16C882F43}" dt="2025-11-27T15:38:21.687" v="1070" actId="1076"/>
          <ac:picMkLst>
            <pc:docMk/>
            <pc:sldMk cId="898691770" sldId="264"/>
            <ac:picMk id="13" creationId="{8FDC8B07-583D-F2B1-497A-2FF429326D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2D1C-4E15-138C-B00E-66221E9AB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3C897-93A2-7D3E-7B7A-8F815A54E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23471-49D8-EE73-182B-0BAF0D4F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3849-6D97-E117-C51D-1A4D94FB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CE7B0-88FD-415B-801C-32475D34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DCF6-195C-594E-E8F1-BB85C06C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704BA-98F3-B1A7-9DAA-D9DB208D7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7921-5C78-6583-EAA4-DBFFDC3C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DC719-B59C-0403-2973-97B53778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361B6-D618-F2DF-BFFA-273F6A10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8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57E6-2DD5-4EF5-FD24-23702927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3BFF3-131E-5FDC-E520-A810751A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C2922-B282-4EC8-7A06-9674A346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7705F-D07F-A539-687A-6EE09C87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5661A-993B-95BD-F121-5E8064B3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3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BD53A-BB1C-BA13-83B1-368D9E5E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806EB-4F40-162B-5C3A-A6369361C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E9EE8-C098-DB5E-2A26-20E0EF2E8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7938B-5044-0185-A0CA-602CA39D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B7EB0-6AF3-0C02-CB68-C6C04814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D32A6-F1CB-E0CF-6F8E-6AB66C00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7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C468-EFD9-8F52-833C-325849CF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2DDDD-E064-824D-169C-DFBC4CF1A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2173F-B7B1-74EF-5C79-AD2D2FC3C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095D0-9B87-99B1-E636-A4A678F71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1CF00-0286-87A4-50D1-4D0B0BB74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8BDC0-8D4A-9BC6-10BC-B88E10B1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71F3C-A026-535A-24AF-A4474AF7E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96E56-7C45-26B4-F758-97DE81CC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7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4C7C-C641-3E35-F5B6-1AAE55FE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4482F-CD52-EFF8-7CB5-22637455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5BD33-E11A-80DA-1633-0594AB8D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D994E-2536-7203-8862-1B6641F9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D7E81-F6E7-329D-B60B-6B32A20E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E028D-3F32-4205-F889-99807EA4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5A7F6-82DA-27EA-2038-B7CDD434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3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FA75-5452-F7D4-D743-E0F9E5BE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DBAE-20F8-963B-5323-594EFC6D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38935-F74B-3931-F6CE-C71548696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71206-0E61-9B60-C364-1066A3E9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10597-3C7F-0C40-05EA-B7B0554B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8F532-487F-A99A-0120-52EF5073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1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12B2-D895-9CC5-FC72-F57B26E3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71847-6F07-2C08-7435-C9E9B3A7C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8B082-315E-9A02-3249-49F17A063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DAA16-3E84-ED71-B97A-7C72AB2C9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4FFF6-067B-520F-6058-A9F0D207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17E4A-6E68-24DF-40FF-2C8E9985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3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5B00-9068-7436-CA67-AEC51F82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AD55-DD6F-31FE-9615-615DE8F10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64836-291C-78A7-636A-E2659EF0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8E240-8843-37D6-9E37-6EC729FD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8EC8-310C-86A4-5820-3E05BFF1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7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CAFEA-B756-2168-3A7E-C786DE147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A9BF4-1FCD-2403-8BA4-C3DD687B7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B2207-803F-1D3B-BD89-E9A92C29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65B81-76B7-6393-0A45-CE31E9FD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E9E3-B58F-B67E-97E3-91B9F560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6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DCE0A-C301-E620-D064-364555F1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1FC8E-50FF-C409-C122-D01511C79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CB7F6-7231-1DEE-CD52-F4334D2C1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EE13D-E7BB-4B99-B4D4-40C6EB42082B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13C08-435D-9EB1-7941-38E90667F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0E3C0-BF67-8513-9E42-94BC03524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561A4-392B-4211-9293-EDF581D0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110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30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F3B3-FE25-0D15-6B2F-ADFF87FAB5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a double MCK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37774-7637-73FB-2F01-AD2AED30326C}"/>
              </a:ext>
            </a:extLst>
          </p:cNvPr>
          <p:cNvSpPr txBox="1"/>
          <p:nvPr/>
        </p:nvSpPr>
        <p:spPr>
          <a:xfrm>
            <a:off x="5637276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09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FBED-D390-CF85-E63D-A1CB3682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5479-448D-02C6-9FC2-3E18852CF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 system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B3F098-D3FA-6446-CB42-CA6D86B5458F}"/>
              </a:ext>
            </a:extLst>
          </p:cNvPr>
          <p:cNvGrpSpPr/>
          <p:nvPr/>
        </p:nvGrpSpPr>
        <p:grpSpPr>
          <a:xfrm>
            <a:off x="726543" y="2038015"/>
            <a:ext cx="6714612" cy="2019816"/>
            <a:chOff x="2063092" y="819662"/>
            <a:chExt cx="6714612" cy="201981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BDF49A2-5661-62D8-197A-2CEE85197894}"/>
                </a:ext>
              </a:extLst>
            </p:cNvPr>
            <p:cNvCxnSpPr>
              <a:cxnSpLocks/>
            </p:cNvCxnSpPr>
            <p:nvPr/>
          </p:nvCxnSpPr>
          <p:spPr>
            <a:xfrm>
              <a:off x="2263117" y="1913742"/>
              <a:ext cx="540098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4330254-027F-F68F-5FAE-2474276E7639}"/>
                    </a:ext>
                  </a:extLst>
                </p:cNvPr>
                <p:cNvSpPr txBox="1"/>
                <p:nvPr/>
              </p:nvSpPr>
              <p:spPr>
                <a:xfrm>
                  <a:off x="2063092" y="1506821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𝒆𝒙𝒕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oMath>
                    </m:oMathPara>
                  </a14:m>
                  <a:endParaRPr lang="en-US" b="1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4330254-027F-F68F-5FAE-2474276E7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3092" y="1506821"/>
                  <a:ext cx="400050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939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6137AD0A-0DAE-5B4E-1A34-140D85CEEB0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217201" y="931450"/>
              <a:ext cx="552569" cy="550072"/>
            </a:xfrm>
            <a:prstGeom prst="bentConnector3">
              <a:avLst>
                <a:gd name="adj1" fmla="val 10056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9F5637-F79E-C7CF-8DB0-7E81A670671B}"/>
                    </a:ext>
                  </a:extLst>
                </p:cNvPr>
                <p:cNvSpPr txBox="1"/>
                <p:nvPr/>
              </p:nvSpPr>
              <p:spPr>
                <a:xfrm>
                  <a:off x="4299406" y="861101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3F0BA8-2D1A-E621-C505-140093B61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9406" y="861101"/>
                  <a:ext cx="40005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94E47C06-73CA-7A48-228F-A70D6D655EE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550270" y="913958"/>
              <a:ext cx="552569" cy="550072"/>
            </a:xfrm>
            <a:prstGeom prst="bentConnector3">
              <a:avLst>
                <a:gd name="adj1" fmla="val 10056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985188-9858-8659-5877-474259A66A33}"/>
                    </a:ext>
                  </a:extLst>
                </p:cNvPr>
                <p:cNvSpPr txBox="1"/>
                <p:nvPr/>
              </p:nvSpPr>
              <p:spPr>
                <a:xfrm>
                  <a:off x="6626529" y="819662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F392C56-06F7-1AC1-DED0-EBC09FA31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6529" y="819662"/>
                  <a:ext cx="40005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4E76492-219E-16B9-C33F-AA9E7E35C272}"/>
                    </a:ext>
                  </a:extLst>
                </p:cNvPr>
                <p:cNvSpPr txBox="1"/>
                <p:nvPr/>
              </p:nvSpPr>
              <p:spPr>
                <a:xfrm>
                  <a:off x="7702224" y="1027455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d>
                          <m:dPr>
                            <m:ctrlP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4E76492-219E-16B9-C33F-AA9E7E35C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2224" y="1027455"/>
                  <a:ext cx="40005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D464AE0-43FE-E802-4C19-FFDAECEFAB40}"/>
                    </a:ext>
                  </a:extLst>
                </p:cNvPr>
                <p:cNvSpPr txBox="1"/>
                <p:nvPr/>
              </p:nvSpPr>
              <p:spPr>
                <a:xfrm>
                  <a:off x="3506462" y="2330459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295368F-2E1E-3A70-611A-068C5E4F2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6462" y="2330459"/>
                  <a:ext cx="40005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EB835D-5FA8-C7F7-3573-392A435770D4}"/>
                </a:ext>
              </a:extLst>
            </p:cNvPr>
            <p:cNvSpPr/>
            <p:nvPr/>
          </p:nvSpPr>
          <p:spPr>
            <a:xfrm>
              <a:off x="4203123" y="1471053"/>
              <a:ext cx="966884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4E7EDC8-7445-31FE-51D2-5F8990C8C555}"/>
                </a:ext>
              </a:extLst>
            </p:cNvPr>
            <p:cNvSpPr/>
            <p:nvPr/>
          </p:nvSpPr>
          <p:spPr>
            <a:xfrm>
              <a:off x="6520036" y="1471053"/>
              <a:ext cx="966884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9C0FE5F-A2BD-490F-6AED-2E33FC370E7B}"/>
                    </a:ext>
                  </a:extLst>
                </p:cNvPr>
                <p:cNvSpPr txBox="1"/>
                <p:nvPr/>
              </p:nvSpPr>
              <p:spPr>
                <a:xfrm>
                  <a:off x="4472680" y="1737183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0F0C6F-9F1B-6EB1-FEAE-29B3E4E1B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2680" y="1737183"/>
                  <a:ext cx="400050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ACA15E2-5B40-C184-484C-8B2B44A0E2D2}"/>
                    </a:ext>
                  </a:extLst>
                </p:cNvPr>
                <p:cNvSpPr txBox="1"/>
                <p:nvPr/>
              </p:nvSpPr>
              <p:spPr>
                <a:xfrm>
                  <a:off x="6803453" y="1737183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4FFFBFE-0169-43B3-BA3E-6CF70F586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453" y="1737183"/>
                  <a:ext cx="400050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1DA8E7F-DC07-7927-6B10-E42D478A8D17}"/>
                </a:ext>
              </a:extLst>
            </p:cNvPr>
            <p:cNvGrpSpPr/>
            <p:nvPr/>
          </p:nvGrpSpPr>
          <p:grpSpPr>
            <a:xfrm>
              <a:off x="3128226" y="1471066"/>
              <a:ext cx="1080183" cy="515091"/>
              <a:chOff x="3716699" y="4114813"/>
              <a:chExt cx="1080183" cy="515091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6CEE854C-005D-221D-3BA0-9E8C382FA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6699" y="4389969"/>
                <a:ext cx="180675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10DA77C-A45F-2209-FEAA-1815D2DC8E8C}"/>
                  </a:ext>
                </a:extLst>
              </p:cNvPr>
              <p:cNvCxnSpPr/>
              <p:nvPr/>
            </p:nvCxnSpPr>
            <p:spPr>
              <a:xfrm flipV="1">
                <a:off x="3896995" y="4114813"/>
                <a:ext cx="108068" cy="275156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5774463-70EF-39FC-E497-3EE67CC781EE}"/>
                  </a:ext>
                </a:extLst>
              </p:cNvPr>
              <p:cNvCxnSpPr/>
              <p:nvPr/>
            </p:nvCxnSpPr>
            <p:spPr>
              <a:xfrm>
                <a:off x="4008855" y="4114813"/>
                <a:ext cx="145987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97CA0A8-E1E5-2A6E-8E04-72478B82C63F}"/>
                  </a:ext>
                </a:extLst>
              </p:cNvPr>
              <p:cNvCxnSpPr/>
              <p:nvPr/>
            </p:nvCxnSpPr>
            <p:spPr>
              <a:xfrm flipV="1">
                <a:off x="4160530" y="4114813"/>
                <a:ext cx="106172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6512DD83-600A-B277-985C-1A2B32227A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0494" y="4114813"/>
                <a:ext cx="131881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CE6C688-74A9-BA02-3841-39475181A0DB}"/>
                  </a:ext>
                </a:extLst>
              </p:cNvPr>
              <p:cNvCxnSpPr/>
              <p:nvPr/>
            </p:nvCxnSpPr>
            <p:spPr>
              <a:xfrm flipV="1">
                <a:off x="4402374" y="4114813"/>
                <a:ext cx="148718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AAAD3EB-C257-F269-BE7E-F8B6FA0D622A}"/>
                  </a:ext>
                </a:extLst>
              </p:cNvPr>
              <p:cNvCxnSpPr/>
              <p:nvPr/>
            </p:nvCxnSpPr>
            <p:spPr>
              <a:xfrm>
                <a:off x="4551092" y="4114813"/>
                <a:ext cx="74777" cy="275156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B34FD6F-A73E-37A1-D840-D06A5F451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5869" y="4389969"/>
                <a:ext cx="171013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2E7360-DBCE-1D35-B14B-28C1F4FA4801}"/>
                </a:ext>
              </a:extLst>
            </p:cNvPr>
            <p:cNvGrpSpPr/>
            <p:nvPr/>
          </p:nvGrpSpPr>
          <p:grpSpPr>
            <a:xfrm>
              <a:off x="3127847" y="2166378"/>
              <a:ext cx="1075276" cy="195263"/>
              <a:chOff x="3716320" y="4810125"/>
              <a:chExt cx="1075276" cy="195263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99E7552-7798-F438-107C-9822E512B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6320" y="4906706"/>
                <a:ext cx="52468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AFFF430-8625-138D-2413-1422A3574F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1977" y="4912519"/>
                <a:ext cx="40961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CB4AB15-2F04-7F1F-D38A-37D04809AC9E}"/>
                  </a:ext>
                </a:extLst>
              </p:cNvPr>
              <p:cNvCxnSpPr/>
              <p:nvPr/>
            </p:nvCxnSpPr>
            <p:spPr>
              <a:xfrm>
                <a:off x="4241006" y="4817269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7E8DABA-0BCB-237B-DB46-1A0AB40D651A}"/>
                  </a:ext>
                </a:extLst>
              </p:cNvPr>
              <p:cNvCxnSpPr/>
              <p:nvPr/>
            </p:nvCxnSpPr>
            <p:spPr>
              <a:xfrm>
                <a:off x="4154842" y="4810125"/>
                <a:ext cx="2271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A54AE59-181A-6E92-1C46-7FBB5D3A61C7}"/>
                  </a:ext>
                </a:extLst>
              </p:cNvPr>
              <p:cNvCxnSpPr/>
              <p:nvPr/>
            </p:nvCxnSpPr>
            <p:spPr>
              <a:xfrm>
                <a:off x="4381977" y="4817269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B7EC20E-3C2C-3A8D-1175-B77AC88723CA}"/>
                  </a:ext>
                </a:extLst>
              </p:cNvPr>
              <p:cNvCxnSpPr/>
              <p:nvPr/>
            </p:nvCxnSpPr>
            <p:spPr>
              <a:xfrm flipH="1">
                <a:off x="4154842" y="5005388"/>
                <a:ext cx="2271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4DEB6E1-42B9-16D5-2909-A3F42738241A}"/>
                </a:ext>
              </a:extLst>
            </p:cNvPr>
            <p:cNvGrpSpPr/>
            <p:nvPr/>
          </p:nvGrpSpPr>
          <p:grpSpPr>
            <a:xfrm>
              <a:off x="7486920" y="1452056"/>
              <a:ext cx="1080183" cy="515091"/>
              <a:chOff x="3716699" y="4114813"/>
              <a:chExt cx="1080183" cy="515091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4C63611-2018-1650-EAFA-8F40FB6AE4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6699" y="4389969"/>
                <a:ext cx="180675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5E313A8-676A-A6B7-54DD-B8D84CFB6C7F}"/>
                  </a:ext>
                </a:extLst>
              </p:cNvPr>
              <p:cNvCxnSpPr/>
              <p:nvPr/>
            </p:nvCxnSpPr>
            <p:spPr>
              <a:xfrm flipV="1">
                <a:off x="3896995" y="4114813"/>
                <a:ext cx="108068" cy="275156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13BAABD6-1C22-480B-0B0A-92D1FBF836F0}"/>
                  </a:ext>
                </a:extLst>
              </p:cNvPr>
              <p:cNvCxnSpPr/>
              <p:nvPr/>
            </p:nvCxnSpPr>
            <p:spPr>
              <a:xfrm>
                <a:off x="4008855" y="4114813"/>
                <a:ext cx="145987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13035CD-4FA5-CD79-2EDA-8F05E4284576}"/>
                  </a:ext>
                </a:extLst>
              </p:cNvPr>
              <p:cNvCxnSpPr/>
              <p:nvPr/>
            </p:nvCxnSpPr>
            <p:spPr>
              <a:xfrm flipV="1">
                <a:off x="4160530" y="4114813"/>
                <a:ext cx="106172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F64B275-FAD4-CBD8-16AC-8ADD0359C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0494" y="4114813"/>
                <a:ext cx="131881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8F77002-E95E-3A3D-5BC4-DACF604245A6}"/>
                  </a:ext>
                </a:extLst>
              </p:cNvPr>
              <p:cNvCxnSpPr/>
              <p:nvPr/>
            </p:nvCxnSpPr>
            <p:spPr>
              <a:xfrm flipV="1">
                <a:off x="4402374" y="4114813"/>
                <a:ext cx="148718" cy="515091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B82D1A9-A3C5-676A-B74E-BF522DAEA71B}"/>
                  </a:ext>
                </a:extLst>
              </p:cNvPr>
              <p:cNvCxnSpPr/>
              <p:nvPr/>
            </p:nvCxnSpPr>
            <p:spPr>
              <a:xfrm>
                <a:off x="4551092" y="4114813"/>
                <a:ext cx="74777" cy="275156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B639636-06D7-EFA4-4644-80EE48A23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5869" y="4389969"/>
                <a:ext cx="171013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5163717-2779-B363-D667-F8DB27D0E31F}"/>
                </a:ext>
              </a:extLst>
            </p:cNvPr>
            <p:cNvGrpSpPr/>
            <p:nvPr/>
          </p:nvGrpSpPr>
          <p:grpSpPr>
            <a:xfrm flipH="1">
              <a:off x="7499285" y="2139103"/>
              <a:ext cx="1075276" cy="195263"/>
              <a:chOff x="3716320" y="4810125"/>
              <a:chExt cx="1075276" cy="195263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9839C4E-18AB-1A5A-4349-75E333F159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6320" y="4906706"/>
                <a:ext cx="52468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7418EDA-E761-6C1E-E873-B43C748315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81977" y="4912519"/>
                <a:ext cx="40961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454671A-871E-9E10-487A-BB37BB50F0BA}"/>
                  </a:ext>
                </a:extLst>
              </p:cNvPr>
              <p:cNvCxnSpPr/>
              <p:nvPr/>
            </p:nvCxnSpPr>
            <p:spPr>
              <a:xfrm>
                <a:off x="4241006" y="4817269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82C06D8-8E8D-05DA-4540-1883257B4A90}"/>
                  </a:ext>
                </a:extLst>
              </p:cNvPr>
              <p:cNvCxnSpPr/>
              <p:nvPr/>
            </p:nvCxnSpPr>
            <p:spPr>
              <a:xfrm>
                <a:off x="4154842" y="4810125"/>
                <a:ext cx="2271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7227432-DB67-DBF7-8081-B51CEE11D682}"/>
                  </a:ext>
                </a:extLst>
              </p:cNvPr>
              <p:cNvCxnSpPr/>
              <p:nvPr/>
            </p:nvCxnSpPr>
            <p:spPr>
              <a:xfrm>
                <a:off x="4381977" y="4817269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7511992-B5C7-89BA-64EF-220E5D1AB81E}"/>
                  </a:ext>
                </a:extLst>
              </p:cNvPr>
              <p:cNvCxnSpPr/>
              <p:nvPr/>
            </p:nvCxnSpPr>
            <p:spPr>
              <a:xfrm flipH="1">
                <a:off x="4154842" y="5005388"/>
                <a:ext cx="2271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8F30382-E1F8-27C3-EDC6-C65C43888CF0}"/>
                </a:ext>
              </a:extLst>
            </p:cNvPr>
            <p:cNvGrpSpPr/>
            <p:nvPr/>
          </p:nvGrpSpPr>
          <p:grpSpPr>
            <a:xfrm>
              <a:off x="2901663" y="975753"/>
              <a:ext cx="226184" cy="1854200"/>
              <a:chOff x="3490136" y="3619500"/>
              <a:chExt cx="226184" cy="185420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52FA8B2-B490-C06B-CC13-6C713BCF765E}"/>
                  </a:ext>
                </a:extLst>
              </p:cNvPr>
              <p:cNvCxnSpPr/>
              <p:nvPr/>
            </p:nvCxnSpPr>
            <p:spPr>
              <a:xfrm>
                <a:off x="3705225" y="3638550"/>
                <a:ext cx="0" cy="18351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7780E7F-B9C0-04B9-1FC9-0A3DBA393274}"/>
                  </a:ext>
                </a:extLst>
              </p:cNvPr>
              <p:cNvCxnSpPr/>
              <p:nvPr/>
            </p:nvCxnSpPr>
            <p:spPr>
              <a:xfrm flipH="1" flipV="1">
                <a:off x="3508375" y="361950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FDBD8C1-DB78-AA0D-E446-FB0196F3CB54}"/>
                  </a:ext>
                </a:extLst>
              </p:cNvPr>
              <p:cNvCxnSpPr/>
              <p:nvPr/>
            </p:nvCxnSpPr>
            <p:spPr>
              <a:xfrm flipH="1" flipV="1">
                <a:off x="3497280" y="3817715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7F46941-20CC-4256-DF37-BD8F9EE88180}"/>
                  </a:ext>
                </a:extLst>
              </p:cNvPr>
              <p:cNvCxnSpPr/>
              <p:nvPr/>
            </p:nvCxnSpPr>
            <p:spPr>
              <a:xfrm flipH="1" flipV="1">
                <a:off x="3493602" y="402590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4BCABB-E7AB-BDC2-EA1A-A11A231D5963}"/>
                  </a:ext>
                </a:extLst>
              </p:cNvPr>
              <p:cNvCxnSpPr/>
              <p:nvPr/>
            </p:nvCxnSpPr>
            <p:spPr>
              <a:xfrm flipH="1" flipV="1">
                <a:off x="3490136" y="429203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E6D598D-9BA1-D6FF-EDFB-21E2F2CF832C}"/>
                  </a:ext>
                </a:extLst>
              </p:cNvPr>
              <p:cNvCxnSpPr/>
              <p:nvPr/>
            </p:nvCxnSpPr>
            <p:spPr>
              <a:xfrm flipH="1" flipV="1">
                <a:off x="3502762" y="452120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84E57F6-1585-A963-258B-BE9E1288738A}"/>
                  </a:ext>
                </a:extLst>
              </p:cNvPr>
              <p:cNvCxnSpPr/>
              <p:nvPr/>
            </p:nvCxnSpPr>
            <p:spPr>
              <a:xfrm flipH="1" flipV="1">
                <a:off x="3497890" y="4766345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401EA76-3FBD-4CDF-2744-6C08960F4E0E}"/>
                  </a:ext>
                </a:extLst>
              </p:cNvPr>
              <p:cNvCxnSpPr/>
              <p:nvPr/>
            </p:nvCxnSpPr>
            <p:spPr>
              <a:xfrm flipH="1" flipV="1">
                <a:off x="3494872" y="4983669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CE8A0A8-CE98-30A8-D5ED-C2B1F510CA33}"/>
                  </a:ext>
                </a:extLst>
              </p:cNvPr>
              <p:cNvCxnSpPr/>
              <p:nvPr/>
            </p:nvCxnSpPr>
            <p:spPr>
              <a:xfrm flipH="1" flipV="1">
                <a:off x="3490136" y="519373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4DFD2EB-1C25-3382-B7F9-1930CBB536C0}"/>
                </a:ext>
              </a:extLst>
            </p:cNvPr>
            <p:cNvGrpSpPr/>
            <p:nvPr/>
          </p:nvGrpSpPr>
          <p:grpSpPr>
            <a:xfrm flipH="1">
              <a:off x="8551520" y="985278"/>
              <a:ext cx="226184" cy="1854200"/>
              <a:chOff x="3490136" y="3619500"/>
              <a:chExt cx="226184" cy="18542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7898EAB-2C97-2043-335B-527A3A76644B}"/>
                  </a:ext>
                </a:extLst>
              </p:cNvPr>
              <p:cNvCxnSpPr/>
              <p:nvPr/>
            </p:nvCxnSpPr>
            <p:spPr>
              <a:xfrm>
                <a:off x="3705225" y="3638550"/>
                <a:ext cx="0" cy="183515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731EA32-409F-A01D-8FBA-E2B832A495C5}"/>
                  </a:ext>
                </a:extLst>
              </p:cNvPr>
              <p:cNvCxnSpPr/>
              <p:nvPr/>
            </p:nvCxnSpPr>
            <p:spPr>
              <a:xfrm flipH="1" flipV="1">
                <a:off x="3508375" y="361950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8B2975B-2AF6-2C85-2243-FF2CC7F52EFB}"/>
                  </a:ext>
                </a:extLst>
              </p:cNvPr>
              <p:cNvCxnSpPr/>
              <p:nvPr/>
            </p:nvCxnSpPr>
            <p:spPr>
              <a:xfrm flipH="1" flipV="1">
                <a:off x="3497280" y="3817715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6AAADB2-3F0F-AE80-9B50-9B2E5D814938}"/>
                  </a:ext>
                </a:extLst>
              </p:cNvPr>
              <p:cNvCxnSpPr/>
              <p:nvPr/>
            </p:nvCxnSpPr>
            <p:spPr>
              <a:xfrm flipH="1" flipV="1">
                <a:off x="3493602" y="402590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67465E4-2250-E076-48E7-06C8E1B1C0B5}"/>
                  </a:ext>
                </a:extLst>
              </p:cNvPr>
              <p:cNvCxnSpPr/>
              <p:nvPr/>
            </p:nvCxnSpPr>
            <p:spPr>
              <a:xfrm flipH="1" flipV="1">
                <a:off x="3490136" y="429203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7490C87-C064-38E2-6352-F7D2F4FE582D}"/>
                  </a:ext>
                </a:extLst>
              </p:cNvPr>
              <p:cNvCxnSpPr/>
              <p:nvPr/>
            </p:nvCxnSpPr>
            <p:spPr>
              <a:xfrm flipH="1" flipV="1">
                <a:off x="3502762" y="452120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0266264-CAD4-AC81-0E05-BC562D69B0F5}"/>
                  </a:ext>
                </a:extLst>
              </p:cNvPr>
              <p:cNvCxnSpPr/>
              <p:nvPr/>
            </p:nvCxnSpPr>
            <p:spPr>
              <a:xfrm flipH="1" flipV="1">
                <a:off x="3497890" y="4766345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8745AE1-4537-67E1-58BB-1C5BA3220E29}"/>
                  </a:ext>
                </a:extLst>
              </p:cNvPr>
              <p:cNvCxnSpPr/>
              <p:nvPr/>
            </p:nvCxnSpPr>
            <p:spPr>
              <a:xfrm flipH="1" flipV="1">
                <a:off x="3494872" y="4983669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535EFEA-9139-FBAA-99A8-5A5EF41A4C46}"/>
                  </a:ext>
                </a:extLst>
              </p:cNvPr>
              <p:cNvCxnSpPr/>
              <p:nvPr/>
            </p:nvCxnSpPr>
            <p:spPr>
              <a:xfrm flipH="1" flipV="1">
                <a:off x="3490136" y="5193730"/>
                <a:ext cx="207945" cy="1778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178B241-60D6-CD34-ED92-301C70042425}"/>
                    </a:ext>
                  </a:extLst>
                </p:cNvPr>
                <p:cNvSpPr txBox="1"/>
                <p:nvPr/>
              </p:nvSpPr>
              <p:spPr>
                <a:xfrm>
                  <a:off x="7778023" y="2437927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8C42798-1FE9-B75C-E485-31C058D61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8023" y="2437927"/>
                  <a:ext cx="40005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92A84E2-9762-DE3C-9C1B-D95B8B6476B8}"/>
                    </a:ext>
                  </a:extLst>
                </p:cNvPr>
                <p:cNvSpPr txBox="1"/>
                <p:nvPr/>
              </p:nvSpPr>
              <p:spPr>
                <a:xfrm>
                  <a:off x="3535112" y="1035463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A6E846-2FD3-4B3B-98BC-E4EFD47B4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5112" y="1035463"/>
                  <a:ext cx="40005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4A15934-FD64-F034-E38F-90A85752D461}"/>
                    </a:ext>
                  </a:extLst>
                </p:cNvPr>
                <p:cNvSpPr txBox="1"/>
                <p:nvPr/>
              </p:nvSpPr>
              <p:spPr>
                <a:xfrm>
                  <a:off x="5542893" y="2036357"/>
                  <a:ext cx="4000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F00FFEF-1A62-4E49-9C18-DE9C286A5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93" y="2036357"/>
                  <a:ext cx="40005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A4A9D57-B56B-1F03-6D9B-1EACE3782554}"/>
                </a:ext>
              </a:extLst>
            </p:cNvPr>
            <p:cNvGrpSpPr/>
            <p:nvPr/>
          </p:nvGrpSpPr>
          <p:grpSpPr>
            <a:xfrm>
              <a:off x="5170617" y="1909899"/>
              <a:ext cx="1348567" cy="195263"/>
              <a:chOff x="3716320" y="4810125"/>
              <a:chExt cx="1348567" cy="195263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9BE6D81-9A9E-1F9D-ABB4-FD47553F70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6320" y="4906706"/>
                <a:ext cx="52468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5BFABB6-7506-EF2B-1E1C-A89E9B8981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81977" y="4912519"/>
                <a:ext cx="682910" cy="58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1928415-D7D7-977A-0A30-23BD8A78993C}"/>
                  </a:ext>
                </a:extLst>
              </p:cNvPr>
              <p:cNvCxnSpPr/>
              <p:nvPr/>
            </p:nvCxnSpPr>
            <p:spPr>
              <a:xfrm>
                <a:off x="4241006" y="4817269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DCF57D2-817D-77CF-5DA9-A8E296142488}"/>
                  </a:ext>
                </a:extLst>
              </p:cNvPr>
              <p:cNvCxnSpPr/>
              <p:nvPr/>
            </p:nvCxnSpPr>
            <p:spPr>
              <a:xfrm>
                <a:off x="4154842" y="4810125"/>
                <a:ext cx="2271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67DB3C8-8F4B-2D2C-3B04-C12EC7A4686D}"/>
                  </a:ext>
                </a:extLst>
              </p:cNvPr>
              <p:cNvCxnSpPr/>
              <p:nvPr/>
            </p:nvCxnSpPr>
            <p:spPr>
              <a:xfrm>
                <a:off x="4381977" y="4817269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1A8E0B8-E96A-2745-F51E-43859CDB8B17}"/>
                  </a:ext>
                </a:extLst>
              </p:cNvPr>
              <p:cNvCxnSpPr/>
              <p:nvPr/>
            </p:nvCxnSpPr>
            <p:spPr>
              <a:xfrm flipH="1">
                <a:off x="4154842" y="5005388"/>
                <a:ext cx="2271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069397C-FE81-50E5-C39D-CA5F8C681219}"/>
                  </a:ext>
                </a:extLst>
              </p:cNvPr>
              <p:cNvSpPr txBox="1"/>
              <p:nvPr/>
            </p:nvSpPr>
            <p:spPr>
              <a:xfrm>
                <a:off x="9310100" y="2222681"/>
                <a:ext cx="1645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069397C-FE81-50E5-C39D-CA5F8C681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100" y="2222681"/>
                <a:ext cx="1645579" cy="276999"/>
              </a:xfrm>
              <a:prstGeom prst="rect">
                <a:avLst/>
              </a:prstGeom>
              <a:blipFill>
                <a:blip r:embed="rId13"/>
                <a:stretch>
                  <a:fillRect l="-2963" r="-741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" name="Picture 78">
            <a:extLst>
              <a:ext uri="{FF2B5EF4-FFF2-40B4-BE49-F238E27FC236}">
                <a16:creationId xmlns:a16="http://schemas.microsoft.com/office/drawing/2014/main" id="{6F139264-4216-E827-6A50-B590244792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7690" y="4646727"/>
            <a:ext cx="6779360" cy="14680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F610C45-C941-6706-EFFB-A9745A7CC857}"/>
                  </a:ext>
                </a:extLst>
              </p:cNvPr>
              <p:cNvSpPr txBox="1"/>
              <p:nvPr/>
            </p:nvSpPr>
            <p:spPr>
              <a:xfrm>
                <a:off x="9332710" y="2934236"/>
                <a:ext cx="2061142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F610C45-C941-6706-EFFB-A9745A7CC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710" y="2934236"/>
                <a:ext cx="2061142" cy="276999"/>
              </a:xfrm>
              <a:prstGeom prst="rect">
                <a:avLst/>
              </a:prstGeom>
              <a:blipFill>
                <a:blip r:embed="rId15"/>
                <a:stretch>
                  <a:fillRect l="-882" r="-1176" b="-1041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486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DEC-C83B-1604-3C11-10BA0639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K2 constant, has influence on x1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62DC40-BE8A-07C6-BD53-7DE23438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3" y="1872938"/>
            <a:ext cx="5090170" cy="35844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6B2B49-148F-8899-0EC3-1AD3C8628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81" y="182875"/>
            <a:ext cx="5090170" cy="3584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F0A931-E0BC-13EF-355F-34C3462A1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795" y="3767330"/>
            <a:ext cx="4267205" cy="300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3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59F377-2E3E-ACF9-C204-27B5A7EA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833" y="2442397"/>
            <a:ext cx="4122308" cy="2724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D680EF-2E7E-303D-BEB4-9625B3F2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k2 constant, what is the best k2?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A85EE-5715-D463-D98D-1F73E552AE87}"/>
              </a:ext>
            </a:extLst>
          </p:cNvPr>
          <p:cNvSpPr txBox="1"/>
          <p:nvPr/>
        </p:nvSpPr>
        <p:spPr>
          <a:xfrm>
            <a:off x="1033272" y="1865376"/>
            <a:ext cx="3035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k2 range = [2,600]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1E565E-3BF5-D76D-451C-0E2E8E9318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06"/>
          <a:stretch>
            <a:fillRect/>
          </a:stretch>
        </p:blipFill>
        <p:spPr>
          <a:xfrm>
            <a:off x="161539" y="2487168"/>
            <a:ext cx="5021468" cy="30668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A2B84F-FF71-1228-AE14-96B73B39914F}"/>
                  </a:ext>
                </a:extLst>
              </p:cNvPr>
              <p:cNvSpPr txBox="1"/>
              <p:nvPr/>
            </p:nvSpPr>
            <p:spPr>
              <a:xfrm>
                <a:off x="2058066" y="5553983"/>
                <a:ext cx="1228413" cy="726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A2B84F-FF71-1228-AE14-96B73B399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066" y="5553983"/>
                <a:ext cx="1228413" cy="726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2AAB62-4B11-D0EB-B43F-D9C6914686B5}"/>
                  </a:ext>
                </a:extLst>
              </p:cNvPr>
              <p:cNvSpPr txBox="1"/>
              <p:nvPr/>
            </p:nvSpPr>
            <p:spPr>
              <a:xfrm>
                <a:off x="7928514" y="5553983"/>
                <a:ext cx="3053430" cy="726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2AAB62-4B11-D0EB-B43F-D9C691468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514" y="5553983"/>
                <a:ext cx="3053430" cy="726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38B02B-69EF-6FCF-1C6B-6599F20D82FE}"/>
                  </a:ext>
                </a:extLst>
              </p:cNvPr>
              <p:cNvSpPr txBox="1"/>
              <p:nvPr/>
            </p:nvSpPr>
            <p:spPr>
              <a:xfrm>
                <a:off x="8281368" y="5156971"/>
                <a:ext cx="23477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38B02B-69EF-6FCF-1C6B-6599F20D8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368" y="5156971"/>
                <a:ext cx="234772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7AA007D8-C9D6-971E-3493-3DDA78159AF0}"/>
              </a:ext>
            </a:extLst>
          </p:cNvPr>
          <p:cNvSpPr/>
          <p:nvPr/>
        </p:nvSpPr>
        <p:spPr>
          <a:xfrm>
            <a:off x="9974183" y="4488720"/>
            <a:ext cx="1044749" cy="336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B1FAFE-26E3-69F3-3163-F68A253B85C9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0496558" y="1792656"/>
            <a:ext cx="0" cy="269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7BFC8A-F37D-8E3B-C41B-790A32ECD8B7}"/>
                  </a:ext>
                </a:extLst>
              </p:cNvPr>
              <p:cNvSpPr txBox="1"/>
              <p:nvPr/>
            </p:nvSpPr>
            <p:spPr>
              <a:xfrm>
                <a:off x="9455229" y="1068625"/>
                <a:ext cx="25781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Optimal value dependent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7BFC8A-F37D-8E3B-C41B-790A32EC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229" y="1068625"/>
                <a:ext cx="2578100" cy="646331"/>
              </a:xfrm>
              <a:prstGeom prst="rect">
                <a:avLst/>
              </a:prstGeom>
              <a:blipFill>
                <a:blip r:embed="rId7"/>
                <a:stretch>
                  <a:fillRect l="-1891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C4B4E86-44B2-26FF-FD8A-29DEC1475550}"/>
              </a:ext>
            </a:extLst>
          </p:cNvPr>
          <p:cNvSpPr txBox="1"/>
          <p:nvPr/>
        </p:nvSpPr>
        <p:spPr>
          <a:xfrm>
            <a:off x="8476821" y="6308209"/>
            <a:ext cx="195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 = 3.751263e-03</a:t>
            </a:r>
          </a:p>
        </p:txBody>
      </p:sp>
    </p:spTree>
    <p:extLst>
      <p:ext uri="{BB962C8B-B14F-4D97-AF65-F5344CB8AC3E}">
        <p14:creationId xmlns:p14="http://schemas.microsoft.com/office/powerpoint/2010/main" val="99245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513E-7585-604E-0F0D-FEA61835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k2,</a:t>
            </a:r>
            <a:br>
              <a:rPr lang="en-US" dirty="0"/>
            </a:br>
            <a:r>
              <a:rPr lang="en-US" dirty="0"/>
              <a:t>optimization for alpha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E40E9-89CB-BA1A-7187-6B6DC5856EE7}"/>
                  </a:ext>
                </a:extLst>
              </p:cNvPr>
              <p:cNvSpPr txBox="1"/>
              <p:nvPr/>
            </p:nvSpPr>
            <p:spPr>
              <a:xfrm>
                <a:off x="7840980" y="1259801"/>
                <a:ext cx="27051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E40E9-89CB-BA1A-7187-6B6DC5856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980" y="1259801"/>
                <a:ext cx="270516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D4DF9F5-C31F-92B3-6DC3-31A6DF48C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3" y="2408444"/>
            <a:ext cx="5090170" cy="35844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CFB75A-5E22-C2BA-F480-A8B6B2F56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09" y="3227798"/>
            <a:ext cx="4470627" cy="32413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E8D453-C400-337C-A403-A9C891A85F47}"/>
              </a:ext>
            </a:extLst>
          </p:cNvPr>
          <p:cNvSpPr txBox="1"/>
          <p:nvPr/>
        </p:nvSpPr>
        <p:spPr>
          <a:xfrm>
            <a:off x="1737360" y="2039112"/>
            <a:ext cx="31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k2 clipped between [1, 600]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FF4CC-37F7-18E9-1839-4E67E2EEE734}"/>
              </a:ext>
            </a:extLst>
          </p:cNvPr>
          <p:cNvSpPr txBox="1"/>
          <p:nvPr/>
        </p:nvSpPr>
        <p:spPr>
          <a:xfrm>
            <a:off x="2034540" y="5992899"/>
            <a:ext cx="195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 = 3.754276e-03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AB508B-536B-A89A-D312-F3DDB78C7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3" y="2223778"/>
            <a:ext cx="2627604" cy="76816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6923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BFFE-A7F7-8A76-3DB3-AB0EBDD7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control laws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075B3-60BA-70B7-771D-00C419A85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4" y="1477546"/>
            <a:ext cx="4202490" cy="2959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7077C5-F03D-27C5-000A-2A841436F02F}"/>
                  </a:ext>
                </a:extLst>
              </p:cNvPr>
              <p:cNvSpPr txBox="1"/>
              <p:nvPr/>
            </p:nvSpPr>
            <p:spPr>
              <a:xfrm>
                <a:off x="1983432" y="2220514"/>
                <a:ext cx="28750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̇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^2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7077C5-F03D-27C5-000A-2A841436F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432" y="2220514"/>
                <a:ext cx="28750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E1CFA65-7FD9-B2C0-E25E-FB706C27A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7" y="547621"/>
            <a:ext cx="3739901" cy="2633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BB875C-D060-3923-008F-8F5C1261D68C}"/>
                  </a:ext>
                </a:extLst>
              </p:cNvPr>
              <p:cNvSpPr txBox="1"/>
              <p:nvPr/>
            </p:nvSpPr>
            <p:spPr>
              <a:xfrm>
                <a:off x="8736056" y="116734"/>
                <a:ext cx="24775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̇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BB875C-D060-3923-008F-8F5C1261D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6056" y="116734"/>
                <a:ext cx="247753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11E87C1A-AE94-A66C-ADA2-2B52CE66D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977" y="3864627"/>
            <a:ext cx="4042935" cy="2847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813C41-44CB-5D3F-8D08-A91858507C49}"/>
                  </a:ext>
                </a:extLst>
              </p:cNvPr>
              <p:cNvSpPr txBox="1"/>
              <p:nvPr/>
            </p:nvSpPr>
            <p:spPr>
              <a:xfrm>
                <a:off x="9046515" y="4584593"/>
                <a:ext cx="14787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813C41-44CB-5D3F-8D08-A91858507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515" y="4584593"/>
                <a:ext cx="147873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45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131F-793C-4A44-7718-E88A1374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Adjoint  optimization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443F5-F161-5F87-9A5D-0D4E0C307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86" y="2405661"/>
            <a:ext cx="4943866" cy="3584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7C7A3A-6FFB-1BEE-9D2C-C9126483CE2B}"/>
                  </a:ext>
                </a:extLst>
              </p:cNvPr>
              <p:cNvSpPr txBox="1"/>
              <p:nvPr/>
            </p:nvSpPr>
            <p:spPr>
              <a:xfrm>
                <a:off x="7557861" y="365125"/>
                <a:ext cx="27051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7C7A3A-6FFB-1BEE-9D2C-C9126483C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861" y="365125"/>
                <a:ext cx="270516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64346E6-C757-2DDC-D2FC-17F8D44C3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59" y="816271"/>
            <a:ext cx="4943866" cy="31787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F46542-79FA-D8DA-5F02-F9630EC51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162" y="3967874"/>
            <a:ext cx="4448563" cy="27404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5C2B4F-2B82-1CAF-33A0-3373D3817BAC}"/>
                  </a:ext>
                </a:extLst>
              </p:cNvPr>
              <p:cNvSpPr txBox="1"/>
              <p:nvPr/>
            </p:nvSpPr>
            <p:spPr>
              <a:xfrm>
                <a:off x="1573434" y="6129602"/>
                <a:ext cx="3053430" cy="726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35C2B4F-2B82-1CAF-33A0-3373D3817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34" y="6129602"/>
                <a:ext cx="3053430" cy="7265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10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5872-C825-BA45-FEDC-AF4D87D2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B2C72E-E041-D4F1-0018-E70749AC56DB}"/>
                  </a:ext>
                </a:extLst>
              </p:cNvPr>
              <p:cNvSpPr txBox="1"/>
              <p:nvPr/>
            </p:nvSpPr>
            <p:spPr>
              <a:xfrm>
                <a:off x="4724150" y="814813"/>
                <a:ext cx="1371850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1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B2C72E-E041-D4F1-0018-E70749AC5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50" y="814813"/>
                <a:ext cx="1371850" cy="276999"/>
              </a:xfrm>
              <a:prstGeom prst="rect">
                <a:avLst/>
              </a:prstGeom>
              <a:blipFill>
                <a:blip r:embed="rId2"/>
                <a:stretch>
                  <a:fillRect l="-5727" t="-23404" r="-8811" b="-4893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C52C6BD-B188-151E-B4D5-8E50133F1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194045"/>
            <a:ext cx="4943866" cy="358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D80B2B-E236-4F19-EEF4-10B8408C5A8F}"/>
              </a:ext>
            </a:extLst>
          </p:cNvPr>
          <p:cNvSpPr txBox="1"/>
          <p:nvPr/>
        </p:nvSpPr>
        <p:spPr>
          <a:xfrm>
            <a:off x="2286000" y="5778500"/>
            <a:ext cx="132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Minimize Scalar</a:t>
            </a:r>
          </a:p>
          <a:p>
            <a:r>
              <a:rPr lang="en-US" dirty="0">
                <a:solidFill>
                  <a:srgbClr val="FF0000"/>
                </a:solidFill>
              </a:rPr>
              <a:t>Very FAST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DC8B07-583D-F2B1-497A-2FF429326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34" y="2194044"/>
            <a:ext cx="4943866" cy="35844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9E4314-7C00-13E9-BDF5-7B614AAF511E}"/>
              </a:ext>
            </a:extLst>
          </p:cNvPr>
          <p:cNvSpPr txBox="1"/>
          <p:nvPr/>
        </p:nvSpPr>
        <p:spPr>
          <a:xfrm>
            <a:off x="8521700" y="5821143"/>
            <a:ext cx="132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Adjoint</a:t>
            </a:r>
          </a:p>
          <a:p>
            <a:r>
              <a:rPr lang="en-US" dirty="0">
                <a:solidFill>
                  <a:srgbClr val="FF0000"/>
                </a:solidFill>
              </a:rPr>
              <a:t>Time consuming</a:t>
            </a:r>
          </a:p>
        </p:txBody>
      </p:sp>
    </p:spTree>
    <p:extLst>
      <p:ext uri="{BB962C8B-B14F-4D97-AF65-F5344CB8AC3E}">
        <p14:creationId xmlns:p14="http://schemas.microsoft.com/office/powerpoint/2010/main" val="89869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677f82a-0032-424b-99e5-5fe06fa53796}" enabled="0" method="" siteId="{1677f82a-0032-424b-99e5-5fe06fa537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162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Control a double MCK</vt:lpstr>
      <vt:lpstr>Dynamical system</vt:lpstr>
      <vt:lpstr>K2 constant, has influence on x1</vt:lpstr>
      <vt:lpstr>k2 constant, what is the best k2?</vt:lpstr>
      <vt:lpstr>Controlled k2, optimization for alpha</vt:lpstr>
      <vt:lpstr>Other control laws</vt:lpstr>
      <vt:lpstr>Adjoint  optimization</vt:lpstr>
      <vt:lpstr>Another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De Maria</dc:creator>
  <cp:lastModifiedBy>Tommaso De Maria</cp:lastModifiedBy>
  <cp:revision>1</cp:revision>
  <dcterms:created xsi:type="dcterms:W3CDTF">2025-11-26T09:10:01Z</dcterms:created>
  <dcterms:modified xsi:type="dcterms:W3CDTF">2025-12-09T15:50:40Z</dcterms:modified>
</cp:coreProperties>
</file>